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 Thin"/>
      <p:regular r:id="rId16"/>
      <p:bold r:id="rId17"/>
      <p:italic r:id="rId18"/>
      <p:boldItalic r:id="rId19"/>
    </p:embeddedFont>
    <p:embeddedFont>
      <p:font typeface="Roboto Medium"/>
      <p:regular r:id="rId20"/>
      <p:bold r:id="rId21"/>
      <p:italic r:id="rId22"/>
      <p:boldItalic r:id="rId23"/>
    </p:embeddedFont>
    <p:embeddedFont>
      <p:font typeface="Robo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edium-regular.fntdata"/><Relationship Id="rId22" Type="http://schemas.openxmlformats.org/officeDocument/2006/relationships/font" Target="fonts/RobotoMedium-italic.fntdata"/><Relationship Id="rId21" Type="http://schemas.openxmlformats.org/officeDocument/2006/relationships/font" Target="fonts/RobotoMedium-bold.fntdata"/><Relationship Id="rId24" Type="http://schemas.openxmlformats.org/officeDocument/2006/relationships/font" Target="fonts/Roboto-regular.fntdata"/><Relationship Id="rId23" Type="http://schemas.openxmlformats.org/officeDocument/2006/relationships/font" Target="fonts/Roboto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7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Thin-bold.fntdata"/><Relationship Id="rId16" Type="http://schemas.openxmlformats.org/officeDocument/2006/relationships/font" Target="fonts/RobotoThin-regular.fntdata"/><Relationship Id="rId19" Type="http://schemas.openxmlformats.org/officeDocument/2006/relationships/font" Target="fonts/RobotoThin-boldItalic.fntdata"/><Relationship Id="rId18" Type="http://schemas.openxmlformats.org/officeDocument/2006/relationships/font" Target="fonts/RobotoThin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bd8a4f33b0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bd8a4f33b0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bd92c885b8_0_7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bd92c885b8_0_7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bd92c885b8_0_1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bd92c885b8_0_1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bd92c885b8_0_1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bd92c885b8_0_1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bd92c885b8_0_15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bd92c885b8_0_1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bd92c885b8_0_1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bd92c885b8_0_1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bd92c885b8_0_1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bd92c885b8_0_1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bd92c885b8_0_15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bd92c885b8_0_15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bd92c885b8_0_1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bd92c885b8_0_1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" type="body"/>
          </p:nvPr>
        </p:nvSpPr>
        <p:spPr>
          <a:xfrm>
            <a:off x="414135" y="989347"/>
            <a:ext cx="60075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7018" y="4225985"/>
            <a:ext cx="2389383" cy="659451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/>
          <p:nvPr/>
        </p:nvSpPr>
        <p:spPr>
          <a:xfrm>
            <a:off x="6854000" y="1435004"/>
            <a:ext cx="411600" cy="411600"/>
          </a:xfrm>
          <a:prstGeom prst="ellipse">
            <a:avLst/>
          </a:prstGeom>
          <a:solidFill>
            <a:srgbClr val="23252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6806378" y="2645303"/>
            <a:ext cx="1083900" cy="1083900"/>
          </a:xfrm>
          <a:prstGeom prst="pie">
            <a:avLst>
              <a:gd fmla="val 0" name="adj1"/>
              <a:gd fmla="val 16200000" name="adj2"/>
            </a:avLst>
          </a:prstGeom>
          <a:solidFill>
            <a:schemeClr val="accent5">
              <a:alpha val="10196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6813460" y="798444"/>
            <a:ext cx="1083564" cy="541782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9C2D3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"/>
          <p:cNvSpPr/>
          <p:nvPr/>
        </p:nvSpPr>
        <p:spPr>
          <a:xfrm rot="10800000">
            <a:off x="6804280" y="3856886"/>
            <a:ext cx="510921" cy="51435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7386259" y="193120"/>
            <a:ext cx="514500" cy="514500"/>
          </a:xfrm>
          <a:prstGeom prst="roundRect">
            <a:avLst>
              <a:gd fmla="val 16667" name="adj"/>
            </a:avLst>
          </a:prstGeom>
          <a:solidFill>
            <a:srgbClr val="E9AE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"/>
          <p:cNvSpPr/>
          <p:nvPr/>
        </p:nvSpPr>
        <p:spPr>
          <a:xfrm rot="5400000">
            <a:off x="7101652" y="1719611"/>
            <a:ext cx="1083564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lnTo>
                  <a:pt x="0" y="0"/>
                </a:lnTo>
                <a:lnTo>
                  <a:pt x="685800" y="0"/>
                </a:lnTo>
                <a:lnTo>
                  <a:pt x="1026399" y="0"/>
                </a:lnTo>
                <a:cubicBezTo>
                  <a:pt x="1217048" y="0"/>
                  <a:pt x="1371600" y="153522"/>
                  <a:pt x="1371600" y="342900"/>
                </a:cubicBezTo>
                <a:cubicBezTo>
                  <a:pt x="1371600" y="532279"/>
                  <a:pt x="1217048" y="685800"/>
                  <a:pt x="1026399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6802565" y="2003207"/>
            <a:ext cx="514350" cy="514350"/>
          </a:xfrm>
          <a:custGeom>
            <a:rect b="b" l="l" r="r" t="t"/>
            <a:pathLst>
              <a:path extrusionOk="0" h="685800" w="685800">
                <a:moveTo>
                  <a:pt x="0" y="0"/>
                </a:moveTo>
                <a:cubicBezTo>
                  <a:pt x="378757" y="0"/>
                  <a:pt x="685800" y="307043"/>
                  <a:pt x="685800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E9AE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2"/>
          <p:cNvSpPr/>
          <p:nvPr/>
        </p:nvSpPr>
        <p:spPr>
          <a:xfrm rot="5400000">
            <a:off x="7792601" y="1460233"/>
            <a:ext cx="1028700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E9AE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2"/>
          <p:cNvSpPr/>
          <p:nvPr/>
        </p:nvSpPr>
        <p:spPr>
          <a:xfrm rot="-5400000">
            <a:off x="8376905" y="728719"/>
            <a:ext cx="1028700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2"/>
          <p:cNvSpPr/>
          <p:nvPr/>
        </p:nvSpPr>
        <p:spPr>
          <a:xfrm rot="5400000">
            <a:off x="7129084" y="4114062"/>
            <a:ext cx="1028700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6854000" y="4474107"/>
            <a:ext cx="411600" cy="411600"/>
          </a:xfrm>
          <a:prstGeom prst="ellipse">
            <a:avLst/>
          </a:prstGeom>
          <a:solidFill>
            <a:srgbClr val="9C2D3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 rot="-5400000">
            <a:off x="8631191" y="2349815"/>
            <a:ext cx="514350" cy="514350"/>
          </a:xfrm>
          <a:custGeom>
            <a:rect b="b" l="l" r="r" t="t"/>
            <a:pathLst>
              <a:path extrusionOk="0" h="685800" w="685800">
                <a:moveTo>
                  <a:pt x="0" y="0"/>
                </a:moveTo>
                <a:cubicBezTo>
                  <a:pt x="378757" y="0"/>
                  <a:pt x="685800" y="307043"/>
                  <a:pt x="685800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9C2D3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8685515" y="4225985"/>
            <a:ext cx="411600" cy="411600"/>
          </a:xfrm>
          <a:prstGeom prst="ellipse">
            <a:avLst/>
          </a:prstGeom>
          <a:solidFill>
            <a:srgbClr val="DD3D4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8051491" y="470552"/>
            <a:ext cx="510921" cy="51435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 rot="10800000">
            <a:off x="8048117" y="3569754"/>
            <a:ext cx="1097280" cy="54864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E9AE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 rot="-5400000">
            <a:off x="8051491" y="4174550"/>
            <a:ext cx="510921" cy="51435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9C2D3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 rot="-2700000">
            <a:off x="8708761" y="3007110"/>
            <a:ext cx="364867" cy="36486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8685515" y="1746335"/>
            <a:ext cx="411600" cy="411600"/>
          </a:xfrm>
          <a:prstGeom prst="ellipse">
            <a:avLst/>
          </a:prstGeom>
          <a:solidFill>
            <a:srgbClr val="DD3D4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 rot="-5400000">
            <a:off x="7765170" y="2644430"/>
            <a:ext cx="1083564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lnTo>
                  <a:pt x="0" y="0"/>
                </a:lnTo>
                <a:lnTo>
                  <a:pt x="685800" y="0"/>
                </a:lnTo>
                <a:lnTo>
                  <a:pt x="1026399" y="0"/>
                </a:lnTo>
                <a:cubicBezTo>
                  <a:pt x="1217048" y="0"/>
                  <a:pt x="1371600" y="153522"/>
                  <a:pt x="1371600" y="342900"/>
                </a:cubicBezTo>
                <a:cubicBezTo>
                  <a:pt x="1371600" y="532279"/>
                  <a:pt x="1217048" y="685800"/>
                  <a:pt x="1026399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 rot="5400000">
            <a:off x="6707733" y="94833"/>
            <a:ext cx="704015" cy="514349"/>
          </a:xfrm>
          <a:custGeom>
            <a:rect b="b" l="l" r="r" t="t"/>
            <a:pathLst>
              <a:path extrusionOk="0" h="685799" w="938686">
                <a:moveTo>
                  <a:pt x="0" y="685799"/>
                </a:moveTo>
                <a:lnTo>
                  <a:pt x="0" y="49530"/>
                </a:lnTo>
                <a:lnTo>
                  <a:pt x="114673" y="13933"/>
                </a:lnTo>
                <a:cubicBezTo>
                  <a:pt x="159317" y="4798"/>
                  <a:pt x="205541" y="0"/>
                  <a:pt x="252886" y="0"/>
                </a:cubicBezTo>
                <a:cubicBezTo>
                  <a:pt x="584298" y="0"/>
                  <a:pt x="860805" y="235080"/>
                  <a:pt x="924753" y="547587"/>
                </a:cubicBezTo>
                <a:lnTo>
                  <a:pt x="938686" y="685799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 rot="-2700000">
            <a:off x="7571910" y="-70440"/>
            <a:ext cx="142922" cy="142922"/>
          </a:xfrm>
          <a:custGeom>
            <a:rect b="b" l="l" r="r" t="t"/>
            <a:pathLst>
              <a:path extrusionOk="0" h="190681" w="190682">
                <a:moveTo>
                  <a:pt x="0" y="0"/>
                </a:moveTo>
                <a:lnTo>
                  <a:pt x="190682" y="190681"/>
                </a:lnTo>
                <a:lnTo>
                  <a:pt x="0" y="19068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802566" y="4989196"/>
            <a:ext cx="367435" cy="155176"/>
          </a:xfrm>
          <a:custGeom>
            <a:rect b="b" l="l" r="r" t="t"/>
            <a:pathLst>
              <a:path extrusionOk="0" h="206901" w="489913">
                <a:moveTo>
                  <a:pt x="0" y="0"/>
                </a:moveTo>
                <a:cubicBezTo>
                  <a:pt x="189379" y="0"/>
                  <a:pt x="360828" y="76761"/>
                  <a:pt x="484934" y="200866"/>
                </a:cubicBezTo>
                <a:lnTo>
                  <a:pt x="489913" y="206901"/>
                </a:lnTo>
                <a:lnTo>
                  <a:pt x="0" y="206901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 rot="5400000">
            <a:off x="7565846" y="4809608"/>
            <a:ext cx="155176" cy="514350"/>
          </a:xfrm>
          <a:custGeom>
            <a:rect b="b" l="l" r="r" t="t"/>
            <a:pathLst>
              <a:path extrusionOk="0" h="685800" w="206901">
                <a:moveTo>
                  <a:pt x="0" y="685800"/>
                </a:moveTo>
                <a:lnTo>
                  <a:pt x="0" y="0"/>
                </a:lnTo>
                <a:cubicBezTo>
                  <a:pt x="47345" y="0"/>
                  <a:pt x="93569" y="4798"/>
                  <a:pt x="138213" y="13933"/>
                </a:cubicBezTo>
                <a:lnTo>
                  <a:pt x="206901" y="35255"/>
                </a:lnTo>
                <a:lnTo>
                  <a:pt x="206901" y="685800"/>
                </a:lnTo>
                <a:close/>
              </a:path>
            </a:pathLst>
          </a:custGeom>
          <a:solidFill>
            <a:srgbClr val="E9AE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 rot="10800000">
            <a:off x="8049776" y="4885587"/>
            <a:ext cx="514350" cy="258784"/>
          </a:xfrm>
          <a:custGeom>
            <a:rect b="b" l="l" r="r" t="t"/>
            <a:pathLst>
              <a:path extrusionOk="0" h="345045" w="685800">
                <a:moveTo>
                  <a:pt x="685800" y="345045"/>
                </a:moveTo>
                <a:lnTo>
                  <a:pt x="0" y="345045"/>
                </a:lnTo>
                <a:lnTo>
                  <a:pt x="0" y="0"/>
                </a:lnTo>
                <a:lnTo>
                  <a:pt x="589515" y="0"/>
                </a:lnTo>
                <a:lnTo>
                  <a:pt x="631906" y="78101"/>
                </a:lnTo>
                <a:cubicBezTo>
                  <a:pt x="666610" y="160149"/>
                  <a:pt x="685800" y="250356"/>
                  <a:pt x="685800" y="345045"/>
                </a:cubicBez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854000" y="1435004"/>
            <a:ext cx="411600" cy="411600"/>
          </a:xfrm>
          <a:prstGeom prst="ellipse">
            <a:avLst/>
          </a:prstGeom>
          <a:solidFill>
            <a:srgbClr val="23252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813460" y="798444"/>
            <a:ext cx="1083564" cy="541782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 rot="10800000">
            <a:off x="6804280" y="3856886"/>
            <a:ext cx="510921" cy="51435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7386259" y="193120"/>
            <a:ext cx="514500" cy="514500"/>
          </a:xfrm>
          <a:prstGeom prst="roundRect">
            <a:avLst>
              <a:gd fmla="val 16667" name="adj"/>
            </a:avLst>
          </a:prstGeom>
          <a:solidFill>
            <a:srgbClr val="97C3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 rot="5400000">
            <a:off x="7101652" y="1719611"/>
            <a:ext cx="1083564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lnTo>
                  <a:pt x="0" y="0"/>
                </a:lnTo>
                <a:lnTo>
                  <a:pt x="685800" y="0"/>
                </a:lnTo>
                <a:lnTo>
                  <a:pt x="1026399" y="0"/>
                </a:lnTo>
                <a:cubicBezTo>
                  <a:pt x="1217048" y="0"/>
                  <a:pt x="1371600" y="153522"/>
                  <a:pt x="1371600" y="342900"/>
                </a:cubicBezTo>
                <a:cubicBezTo>
                  <a:pt x="1371600" y="532279"/>
                  <a:pt x="1217048" y="685800"/>
                  <a:pt x="1026399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802565" y="2003207"/>
            <a:ext cx="514350" cy="514350"/>
          </a:xfrm>
          <a:custGeom>
            <a:rect b="b" l="l" r="r" t="t"/>
            <a:pathLst>
              <a:path extrusionOk="0" h="685800" w="685800">
                <a:moveTo>
                  <a:pt x="0" y="0"/>
                </a:moveTo>
                <a:cubicBezTo>
                  <a:pt x="378757" y="0"/>
                  <a:pt x="685800" y="307043"/>
                  <a:pt x="685800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97C3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 rot="5400000">
            <a:off x="7792601" y="1460233"/>
            <a:ext cx="1028700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97C3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 rot="-5400000">
            <a:off x="8376905" y="728719"/>
            <a:ext cx="1028700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 rot="5400000">
            <a:off x="7129084" y="4114062"/>
            <a:ext cx="1028700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854000" y="4474107"/>
            <a:ext cx="411600" cy="411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 rot="-5400000">
            <a:off x="8631191" y="2349815"/>
            <a:ext cx="514350" cy="514350"/>
          </a:xfrm>
          <a:custGeom>
            <a:rect b="b" l="l" r="r" t="t"/>
            <a:pathLst>
              <a:path extrusionOk="0" h="685800" w="685800">
                <a:moveTo>
                  <a:pt x="0" y="0"/>
                </a:moveTo>
                <a:cubicBezTo>
                  <a:pt x="378757" y="0"/>
                  <a:pt x="685800" y="307043"/>
                  <a:pt x="685800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8685515" y="4225985"/>
            <a:ext cx="411600" cy="41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8051491" y="470552"/>
            <a:ext cx="510921" cy="51435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 rot="10800000">
            <a:off x="8048117" y="3569754"/>
            <a:ext cx="1097280" cy="54864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97C3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 rot="-5400000">
            <a:off x="8051491" y="4174550"/>
            <a:ext cx="510921" cy="51435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 rot="-2700000">
            <a:off x="8708761" y="3007110"/>
            <a:ext cx="364867" cy="36486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8685515" y="1746335"/>
            <a:ext cx="411600" cy="41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 rot="-5400000">
            <a:off x="7765170" y="2644430"/>
            <a:ext cx="1083564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lnTo>
                  <a:pt x="0" y="0"/>
                </a:lnTo>
                <a:lnTo>
                  <a:pt x="685800" y="0"/>
                </a:lnTo>
                <a:lnTo>
                  <a:pt x="1026399" y="0"/>
                </a:lnTo>
                <a:cubicBezTo>
                  <a:pt x="1217048" y="0"/>
                  <a:pt x="1371600" y="153522"/>
                  <a:pt x="1371600" y="342900"/>
                </a:cubicBezTo>
                <a:cubicBezTo>
                  <a:pt x="1371600" y="532279"/>
                  <a:pt x="1217048" y="685800"/>
                  <a:pt x="1026399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 rot="5400000">
            <a:off x="6707733" y="94833"/>
            <a:ext cx="704015" cy="514349"/>
          </a:xfrm>
          <a:custGeom>
            <a:rect b="b" l="l" r="r" t="t"/>
            <a:pathLst>
              <a:path extrusionOk="0" h="685799" w="938686">
                <a:moveTo>
                  <a:pt x="0" y="685799"/>
                </a:moveTo>
                <a:lnTo>
                  <a:pt x="0" y="49530"/>
                </a:lnTo>
                <a:lnTo>
                  <a:pt x="114673" y="13933"/>
                </a:lnTo>
                <a:cubicBezTo>
                  <a:pt x="159317" y="4798"/>
                  <a:pt x="205541" y="0"/>
                  <a:pt x="252886" y="0"/>
                </a:cubicBezTo>
                <a:cubicBezTo>
                  <a:pt x="584298" y="0"/>
                  <a:pt x="860805" y="235080"/>
                  <a:pt x="924753" y="547587"/>
                </a:cubicBezTo>
                <a:lnTo>
                  <a:pt x="938686" y="685799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 rot="-2700000">
            <a:off x="7571910" y="-70440"/>
            <a:ext cx="142922" cy="142922"/>
          </a:xfrm>
          <a:custGeom>
            <a:rect b="b" l="l" r="r" t="t"/>
            <a:pathLst>
              <a:path extrusionOk="0" h="190681" w="190682">
                <a:moveTo>
                  <a:pt x="0" y="0"/>
                </a:moveTo>
                <a:lnTo>
                  <a:pt x="190682" y="190681"/>
                </a:lnTo>
                <a:lnTo>
                  <a:pt x="0" y="19068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 rot="-2700000">
            <a:off x="8347966" y="-255158"/>
            <a:ext cx="510317" cy="510317"/>
          </a:xfrm>
          <a:custGeom>
            <a:rect b="b" l="l" r="r" t="t"/>
            <a:pathLst>
              <a:path extrusionOk="0" h="680846" w="680847">
                <a:moveTo>
                  <a:pt x="1" y="0"/>
                </a:moveTo>
                <a:lnTo>
                  <a:pt x="680847" y="680846"/>
                </a:lnTo>
                <a:lnTo>
                  <a:pt x="0" y="68084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802566" y="4989196"/>
            <a:ext cx="367435" cy="155176"/>
          </a:xfrm>
          <a:custGeom>
            <a:rect b="b" l="l" r="r" t="t"/>
            <a:pathLst>
              <a:path extrusionOk="0" h="206901" w="489913">
                <a:moveTo>
                  <a:pt x="0" y="0"/>
                </a:moveTo>
                <a:cubicBezTo>
                  <a:pt x="189379" y="0"/>
                  <a:pt x="360828" y="76761"/>
                  <a:pt x="484934" y="200866"/>
                </a:cubicBezTo>
                <a:lnTo>
                  <a:pt x="489913" y="206901"/>
                </a:lnTo>
                <a:lnTo>
                  <a:pt x="0" y="20690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 rot="5400000">
            <a:off x="7565846" y="4809608"/>
            <a:ext cx="155176" cy="514350"/>
          </a:xfrm>
          <a:custGeom>
            <a:rect b="b" l="l" r="r" t="t"/>
            <a:pathLst>
              <a:path extrusionOk="0" h="685800" w="206901">
                <a:moveTo>
                  <a:pt x="0" y="685800"/>
                </a:moveTo>
                <a:lnTo>
                  <a:pt x="0" y="0"/>
                </a:lnTo>
                <a:cubicBezTo>
                  <a:pt x="47345" y="0"/>
                  <a:pt x="93569" y="4798"/>
                  <a:pt x="138213" y="13933"/>
                </a:cubicBezTo>
                <a:lnTo>
                  <a:pt x="206901" y="35255"/>
                </a:lnTo>
                <a:lnTo>
                  <a:pt x="206901" y="685800"/>
                </a:lnTo>
                <a:close/>
              </a:path>
            </a:pathLst>
          </a:custGeom>
          <a:solidFill>
            <a:srgbClr val="97C3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 rot="10800000">
            <a:off x="8049776" y="4885587"/>
            <a:ext cx="514350" cy="258784"/>
          </a:xfrm>
          <a:custGeom>
            <a:rect b="b" l="l" r="r" t="t"/>
            <a:pathLst>
              <a:path extrusionOk="0" h="345045" w="685800">
                <a:moveTo>
                  <a:pt x="685800" y="345045"/>
                </a:moveTo>
                <a:lnTo>
                  <a:pt x="0" y="345045"/>
                </a:lnTo>
                <a:lnTo>
                  <a:pt x="0" y="0"/>
                </a:lnTo>
                <a:lnTo>
                  <a:pt x="589515" y="0"/>
                </a:lnTo>
                <a:lnTo>
                  <a:pt x="631906" y="78101"/>
                </a:lnTo>
                <a:cubicBezTo>
                  <a:pt x="666610" y="160149"/>
                  <a:pt x="685800" y="250356"/>
                  <a:pt x="685800" y="345045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 rot="-2700000">
            <a:off x="8708732" y="4961136"/>
            <a:ext cx="364727" cy="364727"/>
          </a:xfrm>
          <a:custGeom>
            <a:rect b="b" l="l" r="r" t="t"/>
            <a:pathLst>
              <a:path extrusionOk="0" h="486605" w="486605">
                <a:moveTo>
                  <a:pt x="486605" y="0"/>
                </a:moveTo>
                <a:lnTo>
                  <a:pt x="486605" y="486605"/>
                </a:lnTo>
                <a:lnTo>
                  <a:pt x="484961" y="486605"/>
                </a:lnTo>
                <a:lnTo>
                  <a:pt x="0" y="1645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467018" y="2316157"/>
            <a:ext cx="11937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1660658" y="2316157"/>
            <a:ext cx="591900" cy="6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2252673" y="2316157"/>
            <a:ext cx="293100" cy="6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2545750" y="2316157"/>
            <a:ext cx="159600" cy="67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 txBox="1"/>
          <p:nvPr>
            <p:ph idx="2" type="body"/>
          </p:nvPr>
        </p:nvSpPr>
        <p:spPr>
          <a:xfrm>
            <a:off x="414135" y="2541815"/>
            <a:ext cx="60075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b="1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Slide">
  <p:cSld name="1_Content Slide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3"/>
          <p:cNvGrpSpPr/>
          <p:nvPr/>
        </p:nvGrpSpPr>
        <p:grpSpPr>
          <a:xfrm>
            <a:off x="73" y="203402"/>
            <a:ext cx="286229" cy="581388"/>
            <a:chOff x="2151529" y="1089212"/>
            <a:chExt cx="228398" cy="463923"/>
          </a:xfrm>
        </p:grpSpPr>
        <p:sp>
          <p:nvSpPr>
            <p:cNvPr id="70" name="Google Shape;70;p3"/>
            <p:cNvSpPr/>
            <p:nvPr/>
          </p:nvSpPr>
          <p:spPr>
            <a:xfrm>
              <a:off x="2151529" y="1089212"/>
              <a:ext cx="228398" cy="309282"/>
            </a:xfrm>
            <a:custGeom>
              <a:rect b="b" l="l" r="r" t="t"/>
              <a:pathLst>
                <a:path extrusionOk="0" h="309282" w="289112">
                  <a:moveTo>
                    <a:pt x="0" y="0"/>
                  </a:moveTo>
                  <a:lnTo>
                    <a:pt x="0" y="309282"/>
                  </a:lnTo>
                  <a:lnTo>
                    <a:pt x="289112" y="1613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2151529" y="1243853"/>
              <a:ext cx="127747" cy="309282"/>
            </a:xfrm>
            <a:custGeom>
              <a:rect b="b" l="l" r="r" t="t"/>
              <a:pathLst>
                <a:path extrusionOk="0" h="309282" w="127747">
                  <a:moveTo>
                    <a:pt x="0" y="0"/>
                  </a:moveTo>
                  <a:lnTo>
                    <a:pt x="0" y="309282"/>
                  </a:lnTo>
                  <a:lnTo>
                    <a:pt x="127747" y="181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2" name="Google Shape;7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89973" y="4667572"/>
            <a:ext cx="1266190" cy="34945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/>
          <p:cNvSpPr txBox="1"/>
          <p:nvPr/>
        </p:nvSpPr>
        <p:spPr>
          <a:xfrm>
            <a:off x="311744" y="4800600"/>
            <a:ext cx="24672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© 202</a:t>
            </a:r>
            <a:r>
              <a:rPr b="1" lang="en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1" i="0" lang="en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 Miracle Software Systems, Inc. | #</a:t>
            </a:r>
            <a:fld id="{00000000-1234-1234-1234-123412341234}" type="slidenum">
              <a:rPr b="1" i="0" lang="en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 txBox="1"/>
          <p:nvPr>
            <p:ph idx="1" type="body"/>
          </p:nvPr>
        </p:nvSpPr>
        <p:spPr>
          <a:xfrm>
            <a:off x="437630" y="125222"/>
            <a:ext cx="8307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p3"/>
          <p:cNvSpPr txBox="1"/>
          <p:nvPr>
            <p:ph idx="2" type="body"/>
          </p:nvPr>
        </p:nvSpPr>
        <p:spPr>
          <a:xfrm>
            <a:off x="276225" y="951768"/>
            <a:ext cx="8469000" cy="3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Thank You Slide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4"/>
          <p:cNvGrpSpPr/>
          <p:nvPr/>
        </p:nvGrpSpPr>
        <p:grpSpPr>
          <a:xfrm>
            <a:off x="2579708" y="1374002"/>
            <a:ext cx="3984525" cy="2670373"/>
            <a:chOff x="3525290" y="1832002"/>
            <a:chExt cx="5312700" cy="3560497"/>
          </a:xfrm>
        </p:grpSpPr>
        <p:sp>
          <p:nvSpPr>
            <p:cNvPr id="78" name="Google Shape;78;p4"/>
            <p:cNvSpPr txBox="1"/>
            <p:nvPr/>
          </p:nvSpPr>
          <p:spPr>
            <a:xfrm>
              <a:off x="4088912" y="1832002"/>
              <a:ext cx="40143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500"/>
                <a:buFont typeface="Arial"/>
                <a:buNone/>
              </a:pPr>
              <a:r>
                <a:rPr b="1" i="0" lang="en" sz="4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THANK YOU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4"/>
            <p:cNvSpPr/>
            <p:nvPr/>
          </p:nvSpPr>
          <p:spPr>
            <a:xfrm>
              <a:off x="3525290" y="2869188"/>
              <a:ext cx="5312700" cy="1935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0" name="Google Shape;80;p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3958898" y="3223523"/>
              <a:ext cx="4445565" cy="12269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" name="Google Shape;81;p4"/>
            <p:cNvSpPr/>
            <p:nvPr/>
          </p:nvSpPr>
          <p:spPr>
            <a:xfrm>
              <a:off x="4175152" y="4804799"/>
              <a:ext cx="4092900" cy="587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4"/>
            <p:cNvSpPr txBox="1"/>
            <p:nvPr/>
          </p:nvSpPr>
          <p:spPr>
            <a:xfrm>
              <a:off x="4957344" y="4889650"/>
              <a:ext cx="2528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" sz="1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www.miraclesoft.com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" name="Google Shape;83;p4"/>
          <p:cNvSpPr/>
          <p:nvPr/>
        </p:nvSpPr>
        <p:spPr>
          <a:xfrm>
            <a:off x="51435" y="1435004"/>
            <a:ext cx="411600" cy="411600"/>
          </a:xfrm>
          <a:prstGeom prst="ellipse">
            <a:avLst/>
          </a:prstGeom>
          <a:solidFill>
            <a:srgbClr val="23252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3813" y="2645303"/>
            <a:ext cx="1083900" cy="1083900"/>
          </a:xfrm>
          <a:prstGeom prst="pie">
            <a:avLst>
              <a:gd fmla="val 0" name="adj1"/>
              <a:gd fmla="val 16200000" name="adj2"/>
            </a:avLst>
          </a:prstGeom>
          <a:solidFill>
            <a:schemeClr val="accent5">
              <a:alpha val="10196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10894" y="798444"/>
            <a:ext cx="1083564" cy="541782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9C2D3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 rot="10800000">
            <a:off x="1715" y="3856886"/>
            <a:ext cx="510921" cy="51435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583694" y="193120"/>
            <a:ext cx="514500" cy="514500"/>
          </a:xfrm>
          <a:prstGeom prst="roundRect">
            <a:avLst>
              <a:gd fmla="val 16667" name="adj"/>
            </a:avLst>
          </a:prstGeom>
          <a:solidFill>
            <a:srgbClr val="E9AE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 rot="5400000">
            <a:off x="299087" y="1719611"/>
            <a:ext cx="1083564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lnTo>
                  <a:pt x="0" y="0"/>
                </a:lnTo>
                <a:lnTo>
                  <a:pt x="685800" y="0"/>
                </a:lnTo>
                <a:lnTo>
                  <a:pt x="1026399" y="0"/>
                </a:lnTo>
                <a:cubicBezTo>
                  <a:pt x="1217048" y="0"/>
                  <a:pt x="1371600" y="153522"/>
                  <a:pt x="1371600" y="342900"/>
                </a:cubicBezTo>
                <a:cubicBezTo>
                  <a:pt x="1371600" y="532279"/>
                  <a:pt x="1217048" y="685800"/>
                  <a:pt x="1026399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0" y="2003207"/>
            <a:ext cx="514350" cy="514350"/>
          </a:xfrm>
          <a:custGeom>
            <a:rect b="b" l="l" r="r" t="t"/>
            <a:pathLst>
              <a:path extrusionOk="0" h="685800" w="685800">
                <a:moveTo>
                  <a:pt x="0" y="0"/>
                </a:moveTo>
                <a:cubicBezTo>
                  <a:pt x="378757" y="0"/>
                  <a:pt x="685800" y="307043"/>
                  <a:pt x="685800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E9AE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 rot="5400000">
            <a:off x="7792601" y="1460233"/>
            <a:ext cx="1028700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E9AE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 rot="-5400000">
            <a:off x="8376905" y="728719"/>
            <a:ext cx="1028700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 rot="5400000">
            <a:off x="326518" y="4114062"/>
            <a:ext cx="1028700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51435" y="4474107"/>
            <a:ext cx="411600" cy="411600"/>
          </a:xfrm>
          <a:prstGeom prst="ellipse">
            <a:avLst/>
          </a:prstGeom>
          <a:solidFill>
            <a:srgbClr val="9C2D3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 rot="-5400000">
            <a:off x="8631191" y="2349815"/>
            <a:ext cx="514350" cy="514350"/>
          </a:xfrm>
          <a:custGeom>
            <a:rect b="b" l="l" r="r" t="t"/>
            <a:pathLst>
              <a:path extrusionOk="0" h="685800" w="685800">
                <a:moveTo>
                  <a:pt x="0" y="0"/>
                </a:moveTo>
                <a:cubicBezTo>
                  <a:pt x="378757" y="0"/>
                  <a:pt x="685800" y="307043"/>
                  <a:pt x="685800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9C2D3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8685515" y="4225985"/>
            <a:ext cx="411600" cy="411600"/>
          </a:xfrm>
          <a:prstGeom prst="ellipse">
            <a:avLst/>
          </a:prstGeom>
          <a:solidFill>
            <a:srgbClr val="DD3D4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8051491" y="470552"/>
            <a:ext cx="510921" cy="51435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 rot="10800000">
            <a:off x="8048117" y="3569754"/>
            <a:ext cx="1097280" cy="54864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E9AE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 rot="-5400000">
            <a:off x="8051491" y="4174550"/>
            <a:ext cx="510921" cy="51435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9C2D3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 rot="-2700000">
            <a:off x="8708761" y="3007110"/>
            <a:ext cx="364867" cy="36486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8685515" y="1746335"/>
            <a:ext cx="411600" cy="411600"/>
          </a:xfrm>
          <a:prstGeom prst="ellipse">
            <a:avLst/>
          </a:prstGeom>
          <a:solidFill>
            <a:srgbClr val="DD3D4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 rot="-5400000">
            <a:off x="7765170" y="2644430"/>
            <a:ext cx="1083564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lnTo>
                  <a:pt x="0" y="0"/>
                </a:lnTo>
                <a:lnTo>
                  <a:pt x="685800" y="0"/>
                </a:lnTo>
                <a:lnTo>
                  <a:pt x="1026399" y="0"/>
                </a:lnTo>
                <a:cubicBezTo>
                  <a:pt x="1217048" y="0"/>
                  <a:pt x="1371600" y="153522"/>
                  <a:pt x="1371600" y="342900"/>
                </a:cubicBezTo>
                <a:cubicBezTo>
                  <a:pt x="1371600" y="532279"/>
                  <a:pt x="1217048" y="685800"/>
                  <a:pt x="1026399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 rot="5400000">
            <a:off x="-94832" y="94833"/>
            <a:ext cx="704015" cy="514349"/>
          </a:xfrm>
          <a:custGeom>
            <a:rect b="b" l="l" r="r" t="t"/>
            <a:pathLst>
              <a:path extrusionOk="0" h="685799" w="938686">
                <a:moveTo>
                  <a:pt x="0" y="685799"/>
                </a:moveTo>
                <a:lnTo>
                  <a:pt x="0" y="49530"/>
                </a:lnTo>
                <a:lnTo>
                  <a:pt x="114673" y="13933"/>
                </a:lnTo>
                <a:cubicBezTo>
                  <a:pt x="159317" y="4798"/>
                  <a:pt x="205541" y="0"/>
                  <a:pt x="252886" y="0"/>
                </a:cubicBezTo>
                <a:cubicBezTo>
                  <a:pt x="584298" y="0"/>
                  <a:pt x="860805" y="235080"/>
                  <a:pt x="924753" y="547587"/>
                </a:cubicBezTo>
                <a:lnTo>
                  <a:pt x="938686" y="685799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 rot="-2700000">
            <a:off x="769345" y="-70440"/>
            <a:ext cx="142922" cy="142922"/>
          </a:xfrm>
          <a:custGeom>
            <a:rect b="b" l="l" r="r" t="t"/>
            <a:pathLst>
              <a:path extrusionOk="0" h="190681" w="190682">
                <a:moveTo>
                  <a:pt x="0" y="0"/>
                </a:moveTo>
                <a:lnTo>
                  <a:pt x="190682" y="190681"/>
                </a:lnTo>
                <a:lnTo>
                  <a:pt x="0" y="19068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1" y="4989196"/>
            <a:ext cx="367435" cy="155176"/>
          </a:xfrm>
          <a:custGeom>
            <a:rect b="b" l="l" r="r" t="t"/>
            <a:pathLst>
              <a:path extrusionOk="0" h="206901" w="489913">
                <a:moveTo>
                  <a:pt x="0" y="0"/>
                </a:moveTo>
                <a:cubicBezTo>
                  <a:pt x="189379" y="0"/>
                  <a:pt x="360828" y="76761"/>
                  <a:pt x="484934" y="200866"/>
                </a:cubicBezTo>
                <a:lnTo>
                  <a:pt x="489913" y="206901"/>
                </a:lnTo>
                <a:lnTo>
                  <a:pt x="0" y="206901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 rot="5400000">
            <a:off x="763281" y="4809608"/>
            <a:ext cx="155176" cy="514350"/>
          </a:xfrm>
          <a:custGeom>
            <a:rect b="b" l="l" r="r" t="t"/>
            <a:pathLst>
              <a:path extrusionOk="0" h="685800" w="206901">
                <a:moveTo>
                  <a:pt x="0" y="685800"/>
                </a:moveTo>
                <a:lnTo>
                  <a:pt x="0" y="0"/>
                </a:lnTo>
                <a:cubicBezTo>
                  <a:pt x="47345" y="0"/>
                  <a:pt x="93569" y="4798"/>
                  <a:pt x="138213" y="13933"/>
                </a:cubicBezTo>
                <a:lnTo>
                  <a:pt x="206901" y="35255"/>
                </a:lnTo>
                <a:lnTo>
                  <a:pt x="206901" y="685800"/>
                </a:lnTo>
                <a:close/>
              </a:path>
            </a:pathLst>
          </a:custGeom>
          <a:solidFill>
            <a:srgbClr val="E9AE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 rot="10800000">
            <a:off x="8049776" y="4885587"/>
            <a:ext cx="514350" cy="258784"/>
          </a:xfrm>
          <a:custGeom>
            <a:rect b="b" l="l" r="r" t="t"/>
            <a:pathLst>
              <a:path extrusionOk="0" h="345045" w="685800">
                <a:moveTo>
                  <a:pt x="685800" y="345045"/>
                </a:moveTo>
                <a:lnTo>
                  <a:pt x="0" y="345045"/>
                </a:lnTo>
                <a:lnTo>
                  <a:pt x="0" y="0"/>
                </a:lnTo>
                <a:lnTo>
                  <a:pt x="589515" y="0"/>
                </a:lnTo>
                <a:lnTo>
                  <a:pt x="631906" y="78101"/>
                </a:lnTo>
                <a:cubicBezTo>
                  <a:pt x="666610" y="160149"/>
                  <a:pt x="685800" y="250356"/>
                  <a:pt x="685800" y="345045"/>
                </a:cubicBez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51435" y="1435004"/>
            <a:ext cx="411600" cy="411600"/>
          </a:xfrm>
          <a:prstGeom prst="ellipse">
            <a:avLst/>
          </a:prstGeom>
          <a:solidFill>
            <a:srgbClr val="23252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0894" y="798444"/>
            <a:ext cx="1083564" cy="541782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 rot="10800000">
            <a:off x="1715" y="3856886"/>
            <a:ext cx="510921" cy="51435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583694" y="193120"/>
            <a:ext cx="514500" cy="514500"/>
          </a:xfrm>
          <a:prstGeom prst="roundRect">
            <a:avLst>
              <a:gd fmla="val 16667" name="adj"/>
            </a:avLst>
          </a:prstGeom>
          <a:solidFill>
            <a:srgbClr val="97C3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 rot="5400000">
            <a:off x="299087" y="1719611"/>
            <a:ext cx="1083564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lnTo>
                  <a:pt x="0" y="0"/>
                </a:lnTo>
                <a:lnTo>
                  <a:pt x="685800" y="0"/>
                </a:lnTo>
                <a:lnTo>
                  <a:pt x="1026399" y="0"/>
                </a:lnTo>
                <a:cubicBezTo>
                  <a:pt x="1217048" y="0"/>
                  <a:pt x="1371600" y="153522"/>
                  <a:pt x="1371600" y="342900"/>
                </a:cubicBezTo>
                <a:cubicBezTo>
                  <a:pt x="1371600" y="532279"/>
                  <a:pt x="1217048" y="685800"/>
                  <a:pt x="1026399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0" y="2003207"/>
            <a:ext cx="514350" cy="514350"/>
          </a:xfrm>
          <a:custGeom>
            <a:rect b="b" l="l" r="r" t="t"/>
            <a:pathLst>
              <a:path extrusionOk="0" h="685800" w="685800">
                <a:moveTo>
                  <a:pt x="0" y="0"/>
                </a:moveTo>
                <a:cubicBezTo>
                  <a:pt x="378757" y="0"/>
                  <a:pt x="685800" y="307043"/>
                  <a:pt x="685800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97C3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 rot="5400000">
            <a:off x="7792601" y="1460233"/>
            <a:ext cx="1028700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97C3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 rot="-5400000">
            <a:off x="8376905" y="728719"/>
            <a:ext cx="1028700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 rot="5400000">
            <a:off x="326518" y="4114062"/>
            <a:ext cx="1028700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51435" y="4474107"/>
            <a:ext cx="411600" cy="411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 rot="-5400000">
            <a:off x="8631191" y="2349815"/>
            <a:ext cx="514350" cy="514350"/>
          </a:xfrm>
          <a:custGeom>
            <a:rect b="b" l="l" r="r" t="t"/>
            <a:pathLst>
              <a:path extrusionOk="0" h="685800" w="685800">
                <a:moveTo>
                  <a:pt x="0" y="0"/>
                </a:moveTo>
                <a:cubicBezTo>
                  <a:pt x="378757" y="0"/>
                  <a:pt x="685800" y="307043"/>
                  <a:pt x="685800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8685515" y="4225985"/>
            <a:ext cx="411600" cy="41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8051491" y="470552"/>
            <a:ext cx="510921" cy="51435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 rot="10800000">
            <a:off x="8048117" y="3569754"/>
            <a:ext cx="1097280" cy="54864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97C3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 rot="-5400000">
            <a:off x="8051491" y="4174550"/>
            <a:ext cx="510921" cy="51435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 rot="-2700000">
            <a:off x="8708761" y="3007110"/>
            <a:ext cx="364867" cy="36486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8685515" y="1746335"/>
            <a:ext cx="411600" cy="41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 rot="-5400000">
            <a:off x="7765170" y="2644430"/>
            <a:ext cx="1083564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lnTo>
                  <a:pt x="0" y="0"/>
                </a:lnTo>
                <a:lnTo>
                  <a:pt x="685800" y="0"/>
                </a:lnTo>
                <a:lnTo>
                  <a:pt x="1026399" y="0"/>
                </a:lnTo>
                <a:cubicBezTo>
                  <a:pt x="1217048" y="0"/>
                  <a:pt x="1371600" y="153522"/>
                  <a:pt x="1371600" y="342900"/>
                </a:cubicBezTo>
                <a:cubicBezTo>
                  <a:pt x="1371600" y="532279"/>
                  <a:pt x="1217048" y="685800"/>
                  <a:pt x="1026399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 rot="5400000">
            <a:off x="-94832" y="94833"/>
            <a:ext cx="704015" cy="514349"/>
          </a:xfrm>
          <a:custGeom>
            <a:rect b="b" l="l" r="r" t="t"/>
            <a:pathLst>
              <a:path extrusionOk="0" h="685799" w="938686">
                <a:moveTo>
                  <a:pt x="0" y="685799"/>
                </a:moveTo>
                <a:lnTo>
                  <a:pt x="0" y="49530"/>
                </a:lnTo>
                <a:lnTo>
                  <a:pt x="114673" y="13933"/>
                </a:lnTo>
                <a:cubicBezTo>
                  <a:pt x="159317" y="4798"/>
                  <a:pt x="205541" y="0"/>
                  <a:pt x="252886" y="0"/>
                </a:cubicBezTo>
                <a:cubicBezTo>
                  <a:pt x="584298" y="0"/>
                  <a:pt x="860805" y="235080"/>
                  <a:pt x="924753" y="547587"/>
                </a:cubicBezTo>
                <a:lnTo>
                  <a:pt x="938686" y="685799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 rot="-2700000">
            <a:off x="769345" y="-70440"/>
            <a:ext cx="142922" cy="142922"/>
          </a:xfrm>
          <a:custGeom>
            <a:rect b="b" l="l" r="r" t="t"/>
            <a:pathLst>
              <a:path extrusionOk="0" h="190681" w="190682">
                <a:moveTo>
                  <a:pt x="0" y="0"/>
                </a:moveTo>
                <a:lnTo>
                  <a:pt x="190682" y="190681"/>
                </a:lnTo>
                <a:lnTo>
                  <a:pt x="0" y="19068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1" y="4989196"/>
            <a:ext cx="367435" cy="155176"/>
          </a:xfrm>
          <a:custGeom>
            <a:rect b="b" l="l" r="r" t="t"/>
            <a:pathLst>
              <a:path extrusionOk="0" h="206901" w="489913">
                <a:moveTo>
                  <a:pt x="0" y="0"/>
                </a:moveTo>
                <a:cubicBezTo>
                  <a:pt x="189379" y="0"/>
                  <a:pt x="360828" y="76761"/>
                  <a:pt x="484934" y="200866"/>
                </a:cubicBezTo>
                <a:lnTo>
                  <a:pt x="489913" y="206901"/>
                </a:lnTo>
                <a:lnTo>
                  <a:pt x="0" y="20690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 rot="5400000">
            <a:off x="763281" y="4809608"/>
            <a:ext cx="155176" cy="514350"/>
          </a:xfrm>
          <a:custGeom>
            <a:rect b="b" l="l" r="r" t="t"/>
            <a:pathLst>
              <a:path extrusionOk="0" h="685800" w="206901">
                <a:moveTo>
                  <a:pt x="0" y="685800"/>
                </a:moveTo>
                <a:lnTo>
                  <a:pt x="0" y="0"/>
                </a:lnTo>
                <a:cubicBezTo>
                  <a:pt x="47345" y="0"/>
                  <a:pt x="93569" y="4798"/>
                  <a:pt x="138213" y="13933"/>
                </a:cubicBezTo>
                <a:lnTo>
                  <a:pt x="206901" y="35255"/>
                </a:lnTo>
                <a:lnTo>
                  <a:pt x="206901" y="685800"/>
                </a:lnTo>
                <a:close/>
              </a:path>
            </a:pathLst>
          </a:custGeom>
          <a:solidFill>
            <a:srgbClr val="97C3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 rot="10800000">
            <a:off x="8049776" y="4885587"/>
            <a:ext cx="514350" cy="258784"/>
          </a:xfrm>
          <a:custGeom>
            <a:rect b="b" l="l" r="r" t="t"/>
            <a:pathLst>
              <a:path extrusionOk="0" h="345045" w="685800">
                <a:moveTo>
                  <a:pt x="685800" y="345045"/>
                </a:moveTo>
                <a:lnTo>
                  <a:pt x="0" y="345045"/>
                </a:lnTo>
                <a:lnTo>
                  <a:pt x="0" y="0"/>
                </a:lnTo>
                <a:lnTo>
                  <a:pt x="589515" y="0"/>
                </a:lnTo>
                <a:lnTo>
                  <a:pt x="631906" y="78101"/>
                </a:lnTo>
                <a:cubicBezTo>
                  <a:pt x="666610" y="160149"/>
                  <a:pt x="685800" y="250356"/>
                  <a:pt x="685800" y="345045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 rot="-2700000">
            <a:off x="8708732" y="4961136"/>
            <a:ext cx="364727" cy="364727"/>
          </a:xfrm>
          <a:custGeom>
            <a:rect b="b" l="l" r="r" t="t"/>
            <a:pathLst>
              <a:path extrusionOk="0" h="486605" w="486605">
                <a:moveTo>
                  <a:pt x="486605" y="0"/>
                </a:moveTo>
                <a:lnTo>
                  <a:pt x="486605" y="486605"/>
                </a:lnTo>
                <a:lnTo>
                  <a:pt x="484961" y="486605"/>
                </a:lnTo>
                <a:lnTo>
                  <a:pt x="0" y="1645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 rot="-2700000">
            <a:off x="8347966" y="-255158"/>
            <a:ext cx="510317" cy="510317"/>
          </a:xfrm>
          <a:custGeom>
            <a:rect b="b" l="l" r="r" t="t"/>
            <a:pathLst>
              <a:path extrusionOk="0" h="680846" w="680847">
                <a:moveTo>
                  <a:pt x="1" y="0"/>
                </a:moveTo>
                <a:lnTo>
                  <a:pt x="680847" y="680846"/>
                </a:lnTo>
                <a:lnTo>
                  <a:pt x="0" y="68084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Slide">
  <p:cSld name="Agenda Slide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5"/>
          <p:cNvGrpSpPr/>
          <p:nvPr/>
        </p:nvGrpSpPr>
        <p:grpSpPr>
          <a:xfrm>
            <a:off x="73" y="203402"/>
            <a:ext cx="286229" cy="581388"/>
            <a:chOff x="2151529" y="1089212"/>
            <a:chExt cx="228398" cy="463923"/>
          </a:xfrm>
        </p:grpSpPr>
        <p:sp>
          <p:nvSpPr>
            <p:cNvPr id="134" name="Google Shape;134;p5"/>
            <p:cNvSpPr/>
            <p:nvPr/>
          </p:nvSpPr>
          <p:spPr>
            <a:xfrm>
              <a:off x="2151529" y="1089212"/>
              <a:ext cx="228398" cy="309282"/>
            </a:xfrm>
            <a:custGeom>
              <a:rect b="b" l="l" r="r" t="t"/>
              <a:pathLst>
                <a:path extrusionOk="0" h="309282" w="289112">
                  <a:moveTo>
                    <a:pt x="0" y="0"/>
                  </a:moveTo>
                  <a:lnTo>
                    <a:pt x="0" y="309282"/>
                  </a:lnTo>
                  <a:lnTo>
                    <a:pt x="289112" y="1613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2151529" y="1243853"/>
              <a:ext cx="127747" cy="309282"/>
            </a:xfrm>
            <a:custGeom>
              <a:rect b="b" l="l" r="r" t="t"/>
              <a:pathLst>
                <a:path extrusionOk="0" h="309282" w="127747">
                  <a:moveTo>
                    <a:pt x="0" y="0"/>
                  </a:moveTo>
                  <a:lnTo>
                    <a:pt x="0" y="309282"/>
                  </a:lnTo>
                  <a:lnTo>
                    <a:pt x="127747" y="181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36" name="Google Shape;136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6056" y="4648522"/>
            <a:ext cx="1266190" cy="34945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"/>
          <p:cNvSpPr txBox="1"/>
          <p:nvPr>
            <p:ph idx="1" type="body"/>
          </p:nvPr>
        </p:nvSpPr>
        <p:spPr>
          <a:xfrm>
            <a:off x="330010" y="971766"/>
            <a:ext cx="5756400" cy="3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8" name="Google Shape;138;p5"/>
          <p:cNvSpPr txBox="1"/>
          <p:nvPr/>
        </p:nvSpPr>
        <p:spPr>
          <a:xfrm>
            <a:off x="330010" y="203365"/>
            <a:ext cx="13473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311744" y="4800600"/>
            <a:ext cx="24672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© 202</a:t>
            </a:r>
            <a:r>
              <a:rPr b="1" lang="en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1" i="0" lang="en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 Miracle Software Systems, Inc. | #</a:t>
            </a:r>
            <a:fld id="{00000000-1234-1234-1234-123412341234}" type="slidenum">
              <a:rPr b="1" i="0" lang="en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 rot="5400000">
            <a:off x="7792601" y="1460233"/>
            <a:ext cx="1028700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E9AE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 rot="-5400000">
            <a:off x="8376905" y="728719"/>
            <a:ext cx="1028700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 rot="-5400000">
            <a:off x="8631191" y="2349815"/>
            <a:ext cx="514350" cy="514350"/>
          </a:xfrm>
          <a:custGeom>
            <a:rect b="b" l="l" r="r" t="t"/>
            <a:pathLst>
              <a:path extrusionOk="0" h="685800" w="685800">
                <a:moveTo>
                  <a:pt x="0" y="0"/>
                </a:moveTo>
                <a:cubicBezTo>
                  <a:pt x="378757" y="0"/>
                  <a:pt x="685800" y="307043"/>
                  <a:pt x="685800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9C2D3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8685515" y="4225985"/>
            <a:ext cx="411600" cy="411600"/>
          </a:xfrm>
          <a:prstGeom prst="ellipse">
            <a:avLst/>
          </a:prstGeom>
          <a:solidFill>
            <a:srgbClr val="DD3D4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8051491" y="470552"/>
            <a:ext cx="510921" cy="51435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 rot="10800000">
            <a:off x="8048117" y="3569754"/>
            <a:ext cx="1097280" cy="54864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E9AE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 rot="-5400000">
            <a:off x="8051491" y="4174550"/>
            <a:ext cx="510921" cy="51435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9C2D3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 rot="-2700000">
            <a:off x="8708761" y="3007110"/>
            <a:ext cx="364867" cy="36486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8685515" y="1746335"/>
            <a:ext cx="411600" cy="411600"/>
          </a:xfrm>
          <a:prstGeom prst="ellipse">
            <a:avLst/>
          </a:prstGeom>
          <a:solidFill>
            <a:srgbClr val="DD3D4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 rot="-5400000">
            <a:off x="7765170" y="2644430"/>
            <a:ext cx="1083564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lnTo>
                  <a:pt x="0" y="0"/>
                </a:lnTo>
                <a:lnTo>
                  <a:pt x="685800" y="0"/>
                </a:lnTo>
                <a:lnTo>
                  <a:pt x="1026399" y="0"/>
                </a:lnTo>
                <a:cubicBezTo>
                  <a:pt x="1217048" y="0"/>
                  <a:pt x="1371600" y="153522"/>
                  <a:pt x="1371600" y="342900"/>
                </a:cubicBezTo>
                <a:cubicBezTo>
                  <a:pt x="1371600" y="532279"/>
                  <a:pt x="1217048" y="685800"/>
                  <a:pt x="1026399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 rot="10800000">
            <a:off x="8049776" y="4885587"/>
            <a:ext cx="514350" cy="258784"/>
          </a:xfrm>
          <a:custGeom>
            <a:rect b="b" l="l" r="r" t="t"/>
            <a:pathLst>
              <a:path extrusionOk="0" h="345045" w="685800">
                <a:moveTo>
                  <a:pt x="685800" y="345045"/>
                </a:moveTo>
                <a:lnTo>
                  <a:pt x="0" y="345045"/>
                </a:lnTo>
                <a:lnTo>
                  <a:pt x="0" y="0"/>
                </a:lnTo>
                <a:lnTo>
                  <a:pt x="589515" y="0"/>
                </a:lnTo>
                <a:lnTo>
                  <a:pt x="631906" y="78101"/>
                </a:lnTo>
                <a:cubicBezTo>
                  <a:pt x="666610" y="160149"/>
                  <a:pt x="685800" y="250356"/>
                  <a:pt x="685800" y="345045"/>
                </a:cubicBez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 rot="5400000">
            <a:off x="7792601" y="1460233"/>
            <a:ext cx="1028700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97C3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 rot="-5400000">
            <a:off x="8376905" y="728719"/>
            <a:ext cx="1028700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 rot="-5400000">
            <a:off x="8631191" y="2349815"/>
            <a:ext cx="514350" cy="514350"/>
          </a:xfrm>
          <a:custGeom>
            <a:rect b="b" l="l" r="r" t="t"/>
            <a:pathLst>
              <a:path extrusionOk="0" h="685800" w="685800">
                <a:moveTo>
                  <a:pt x="0" y="0"/>
                </a:moveTo>
                <a:cubicBezTo>
                  <a:pt x="378757" y="0"/>
                  <a:pt x="685800" y="307043"/>
                  <a:pt x="685800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8685515" y="4225985"/>
            <a:ext cx="411600" cy="41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8051491" y="470552"/>
            <a:ext cx="510921" cy="51435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 rot="10800000">
            <a:off x="8048117" y="3569754"/>
            <a:ext cx="1097280" cy="54864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97C3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 rot="-5400000">
            <a:off x="8051491" y="4174550"/>
            <a:ext cx="510921" cy="51435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 rot="-2700000">
            <a:off x="8708761" y="3007110"/>
            <a:ext cx="364867" cy="36486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8685515" y="1746335"/>
            <a:ext cx="411600" cy="41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 rot="-5400000">
            <a:off x="7765170" y="2644430"/>
            <a:ext cx="1083564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lnTo>
                  <a:pt x="0" y="0"/>
                </a:lnTo>
                <a:lnTo>
                  <a:pt x="685800" y="0"/>
                </a:lnTo>
                <a:lnTo>
                  <a:pt x="1026399" y="0"/>
                </a:lnTo>
                <a:cubicBezTo>
                  <a:pt x="1217048" y="0"/>
                  <a:pt x="1371600" y="153522"/>
                  <a:pt x="1371600" y="342900"/>
                </a:cubicBezTo>
                <a:cubicBezTo>
                  <a:pt x="1371600" y="532279"/>
                  <a:pt x="1217048" y="685800"/>
                  <a:pt x="1026399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 rot="10800000">
            <a:off x="8049776" y="4885587"/>
            <a:ext cx="514350" cy="258784"/>
          </a:xfrm>
          <a:custGeom>
            <a:rect b="b" l="l" r="r" t="t"/>
            <a:pathLst>
              <a:path extrusionOk="0" h="345045" w="685800">
                <a:moveTo>
                  <a:pt x="685800" y="345045"/>
                </a:moveTo>
                <a:lnTo>
                  <a:pt x="0" y="345045"/>
                </a:lnTo>
                <a:lnTo>
                  <a:pt x="0" y="0"/>
                </a:lnTo>
                <a:lnTo>
                  <a:pt x="589515" y="0"/>
                </a:lnTo>
                <a:lnTo>
                  <a:pt x="631906" y="78101"/>
                </a:lnTo>
                <a:cubicBezTo>
                  <a:pt x="666610" y="160149"/>
                  <a:pt x="685800" y="250356"/>
                  <a:pt x="685800" y="345045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 rot="-2700000">
            <a:off x="8708732" y="4961136"/>
            <a:ext cx="364727" cy="364727"/>
          </a:xfrm>
          <a:custGeom>
            <a:rect b="b" l="l" r="r" t="t"/>
            <a:pathLst>
              <a:path extrusionOk="0" h="486605" w="486605">
                <a:moveTo>
                  <a:pt x="486605" y="0"/>
                </a:moveTo>
                <a:lnTo>
                  <a:pt x="486605" y="486605"/>
                </a:lnTo>
                <a:lnTo>
                  <a:pt x="484961" y="486605"/>
                </a:lnTo>
                <a:lnTo>
                  <a:pt x="0" y="1645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 rot="-2700000">
            <a:off x="8347966" y="-255158"/>
            <a:ext cx="510317" cy="510317"/>
          </a:xfrm>
          <a:custGeom>
            <a:rect b="b" l="l" r="r" t="t"/>
            <a:pathLst>
              <a:path extrusionOk="0" h="680846" w="680847">
                <a:moveTo>
                  <a:pt x="1" y="0"/>
                </a:moveTo>
                <a:lnTo>
                  <a:pt x="680847" y="680846"/>
                </a:lnTo>
                <a:lnTo>
                  <a:pt x="0" y="68084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">
  <p:cSld name="Content Slide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 txBox="1"/>
          <p:nvPr>
            <p:ph idx="1" type="body"/>
          </p:nvPr>
        </p:nvSpPr>
        <p:spPr>
          <a:xfrm>
            <a:off x="453324" y="989347"/>
            <a:ext cx="60075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6" name="Google Shape;166;p6"/>
          <p:cNvSpPr txBox="1"/>
          <p:nvPr>
            <p:ph idx="2" type="body"/>
          </p:nvPr>
        </p:nvSpPr>
        <p:spPr>
          <a:xfrm>
            <a:off x="453324" y="2541815"/>
            <a:ext cx="60075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b="1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7" name="Google Shape;167;p6"/>
          <p:cNvSpPr/>
          <p:nvPr/>
        </p:nvSpPr>
        <p:spPr>
          <a:xfrm>
            <a:off x="506207" y="2316157"/>
            <a:ext cx="11937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1699847" y="2316157"/>
            <a:ext cx="591900" cy="6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2291862" y="2316157"/>
            <a:ext cx="293100" cy="6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2584939" y="2316157"/>
            <a:ext cx="159600" cy="67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8106868" y="1435004"/>
            <a:ext cx="411600" cy="411600"/>
          </a:xfrm>
          <a:prstGeom prst="ellipse">
            <a:avLst/>
          </a:prstGeom>
          <a:solidFill>
            <a:srgbClr val="23252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8059246" y="2645303"/>
            <a:ext cx="1083900" cy="1083900"/>
          </a:xfrm>
          <a:prstGeom prst="pie">
            <a:avLst>
              <a:gd fmla="val 0" name="adj1"/>
              <a:gd fmla="val 16200000" name="adj2"/>
            </a:avLst>
          </a:prstGeom>
          <a:solidFill>
            <a:schemeClr val="accent5">
              <a:alpha val="10196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8066327" y="798444"/>
            <a:ext cx="1083564" cy="541782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9C2D3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 rot="10800000">
            <a:off x="8057148" y="3856886"/>
            <a:ext cx="510921" cy="51435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8639126" y="193120"/>
            <a:ext cx="514500" cy="514500"/>
          </a:xfrm>
          <a:prstGeom prst="roundRect">
            <a:avLst>
              <a:gd fmla="val 16667" name="adj"/>
            </a:avLst>
          </a:prstGeom>
          <a:solidFill>
            <a:srgbClr val="E9AE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 rot="5400000">
            <a:off x="8354520" y="1719611"/>
            <a:ext cx="1083564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lnTo>
                  <a:pt x="0" y="0"/>
                </a:lnTo>
                <a:lnTo>
                  <a:pt x="685800" y="0"/>
                </a:lnTo>
                <a:lnTo>
                  <a:pt x="1026399" y="0"/>
                </a:lnTo>
                <a:cubicBezTo>
                  <a:pt x="1217048" y="0"/>
                  <a:pt x="1371600" y="153522"/>
                  <a:pt x="1371600" y="342900"/>
                </a:cubicBezTo>
                <a:cubicBezTo>
                  <a:pt x="1371600" y="532279"/>
                  <a:pt x="1217048" y="685800"/>
                  <a:pt x="1026399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8055433" y="2003207"/>
            <a:ext cx="514350" cy="514350"/>
          </a:xfrm>
          <a:custGeom>
            <a:rect b="b" l="l" r="r" t="t"/>
            <a:pathLst>
              <a:path extrusionOk="0" h="685800" w="685800">
                <a:moveTo>
                  <a:pt x="0" y="0"/>
                </a:moveTo>
                <a:cubicBezTo>
                  <a:pt x="378757" y="0"/>
                  <a:pt x="685800" y="307043"/>
                  <a:pt x="685800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E9AE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 rot="5400000">
            <a:off x="8381951" y="4114062"/>
            <a:ext cx="1028700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8106868" y="4474107"/>
            <a:ext cx="411600" cy="411600"/>
          </a:xfrm>
          <a:prstGeom prst="ellipse">
            <a:avLst/>
          </a:prstGeom>
          <a:solidFill>
            <a:srgbClr val="9C2D3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 rot="5400000">
            <a:off x="7960601" y="94833"/>
            <a:ext cx="704015" cy="514349"/>
          </a:xfrm>
          <a:custGeom>
            <a:rect b="b" l="l" r="r" t="t"/>
            <a:pathLst>
              <a:path extrusionOk="0" h="685799" w="938686">
                <a:moveTo>
                  <a:pt x="0" y="685799"/>
                </a:moveTo>
                <a:lnTo>
                  <a:pt x="0" y="49530"/>
                </a:lnTo>
                <a:lnTo>
                  <a:pt x="114673" y="13933"/>
                </a:lnTo>
                <a:cubicBezTo>
                  <a:pt x="159317" y="4798"/>
                  <a:pt x="205541" y="0"/>
                  <a:pt x="252886" y="0"/>
                </a:cubicBezTo>
                <a:cubicBezTo>
                  <a:pt x="584298" y="0"/>
                  <a:pt x="860805" y="235080"/>
                  <a:pt x="924753" y="547587"/>
                </a:cubicBezTo>
                <a:lnTo>
                  <a:pt x="938686" y="685799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 rot="-2700000">
            <a:off x="8824778" y="-70440"/>
            <a:ext cx="142922" cy="142922"/>
          </a:xfrm>
          <a:custGeom>
            <a:rect b="b" l="l" r="r" t="t"/>
            <a:pathLst>
              <a:path extrusionOk="0" h="190681" w="190682">
                <a:moveTo>
                  <a:pt x="0" y="0"/>
                </a:moveTo>
                <a:lnTo>
                  <a:pt x="190682" y="190681"/>
                </a:lnTo>
                <a:lnTo>
                  <a:pt x="0" y="19068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8055434" y="4989196"/>
            <a:ext cx="367435" cy="155176"/>
          </a:xfrm>
          <a:custGeom>
            <a:rect b="b" l="l" r="r" t="t"/>
            <a:pathLst>
              <a:path extrusionOk="0" h="206901" w="489913">
                <a:moveTo>
                  <a:pt x="0" y="0"/>
                </a:moveTo>
                <a:cubicBezTo>
                  <a:pt x="189379" y="0"/>
                  <a:pt x="360828" y="76761"/>
                  <a:pt x="484934" y="200866"/>
                </a:cubicBezTo>
                <a:lnTo>
                  <a:pt x="489913" y="206901"/>
                </a:lnTo>
                <a:lnTo>
                  <a:pt x="0" y="206901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 rot="5400000">
            <a:off x="8818714" y="4809608"/>
            <a:ext cx="155176" cy="514350"/>
          </a:xfrm>
          <a:custGeom>
            <a:rect b="b" l="l" r="r" t="t"/>
            <a:pathLst>
              <a:path extrusionOk="0" h="685800" w="206901">
                <a:moveTo>
                  <a:pt x="0" y="685800"/>
                </a:moveTo>
                <a:lnTo>
                  <a:pt x="0" y="0"/>
                </a:lnTo>
                <a:cubicBezTo>
                  <a:pt x="47345" y="0"/>
                  <a:pt x="93569" y="4798"/>
                  <a:pt x="138213" y="13933"/>
                </a:cubicBezTo>
                <a:lnTo>
                  <a:pt x="206901" y="35255"/>
                </a:lnTo>
                <a:lnTo>
                  <a:pt x="206901" y="685800"/>
                </a:lnTo>
                <a:close/>
              </a:path>
            </a:pathLst>
          </a:custGeom>
          <a:solidFill>
            <a:srgbClr val="E9AE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8106868" y="1435004"/>
            <a:ext cx="411600" cy="411600"/>
          </a:xfrm>
          <a:prstGeom prst="ellipse">
            <a:avLst/>
          </a:prstGeom>
          <a:solidFill>
            <a:srgbClr val="23252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8066327" y="798444"/>
            <a:ext cx="1083564" cy="541782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 rot="10800000">
            <a:off x="8057148" y="3856886"/>
            <a:ext cx="510921" cy="51435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8639126" y="193120"/>
            <a:ext cx="514500" cy="514500"/>
          </a:xfrm>
          <a:prstGeom prst="roundRect">
            <a:avLst>
              <a:gd fmla="val 16667" name="adj"/>
            </a:avLst>
          </a:prstGeom>
          <a:solidFill>
            <a:srgbClr val="97C3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 rot="5400000">
            <a:off x="8354520" y="1719611"/>
            <a:ext cx="1083564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lnTo>
                  <a:pt x="0" y="0"/>
                </a:lnTo>
                <a:lnTo>
                  <a:pt x="685800" y="0"/>
                </a:lnTo>
                <a:lnTo>
                  <a:pt x="1026399" y="0"/>
                </a:lnTo>
                <a:cubicBezTo>
                  <a:pt x="1217048" y="0"/>
                  <a:pt x="1371600" y="153522"/>
                  <a:pt x="1371600" y="342900"/>
                </a:cubicBezTo>
                <a:cubicBezTo>
                  <a:pt x="1371600" y="532279"/>
                  <a:pt x="1217048" y="685800"/>
                  <a:pt x="1026399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8055433" y="2003207"/>
            <a:ext cx="514350" cy="514350"/>
          </a:xfrm>
          <a:custGeom>
            <a:rect b="b" l="l" r="r" t="t"/>
            <a:pathLst>
              <a:path extrusionOk="0" h="685800" w="685800">
                <a:moveTo>
                  <a:pt x="0" y="0"/>
                </a:moveTo>
                <a:cubicBezTo>
                  <a:pt x="378757" y="0"/>
                  <a:pt x="685800" y="307043"/>
                  <a:pt x="685800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97C3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 rot="5400000">
            <a:off x="8381951" y="4114062"/>
            <a:ext cx="1028700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8106868" y="4474107"/>
            <a:ext cx="411600" cy="411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 rot="5400000">
            <a:off x="7960601" y="94833"/>
            <a:ext cx="704015" cy="514349"/>
          </a:xfrm>
          <a:custGeom>
            <a:rect b="b" l="l" r="r" t="t"/>
            <a:pathLst>
              <a:path extrusionOk="0" h="685799" w="938686">
                <a:moveTo>
                  <a:pt x="0" y="685799"/>
                </a:moveTo>
                <a:lnTo>
                  <a:pt x="0" y="49530"/>
                </a:lnTo>
                <a:lnTo>
                  <a:pt x="114673" y="13933"/>
                </a:lnTo>
                <a:cubicBezTo>
                  <a:pt x="159317" y="4798"/>
                  <a:pt x="205541" y="0"/>
                  <a:pt x="252886" y="0"/>
                </a:cubicBezTo>
                <a:cubicBezTo>
                  <a:pt x="584298" y="0"/>
                  <a:pt x="860805" y="235080"/>
                  <a:pt x="924753" y="547587"/>
                </a:cubicBezTo>
                <a:lnTo>
                  <a:pt x="938686" y="685799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 rot="-2700000">
            <a:off x="8824778" y="-70440"/>
            <a:ext cx="142922" cy="142922"/>
          </a:xfrm>
          <a:custGeom>
            <a:rect b="b" l="l" r="r" t="t"/>
            <a:pathLst>
              <a:path extrusionOk="0" h="190681" w="190682">
                <a:moveTo>
                  <a:pt x="0" y="0"/>
                </a:moveTo>
                <a:lnTo>
                  <a:pt x="190682" y="190681"/>
                </a:lnTo>
                <a:lnTo>
                  <a:pt x="0" y="19068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8055434" y="4989196"/>
            <a:ext cx="367435" cy="155176"/>
          </a:xfrm>
          <a:custGeom>
            <a:rect b="b" l="l" r="r" t="t"/>
            <a:pathLst>
              <a:path extrusionOk="0" h="206901" w="489913">
                <a:moveTo>
                  <a:pt x="0" y="0"/>
                </a:moveTo>
                <a:cubicBezTo>
                  <a:pt x="189379" y="0"/>
                  <a:pt x="360828" y="76761"/>
                  <a:pt x="484934" y="200866"/>
                </a:cubicBezTo>
                <a:lnTo>
                  <a:pt x="489913" y="206901"/>
                </a:lnTo>
                <a:lnTo>
                  <a:pt x="0" y="20690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 rot="5400000">
            <a:off x="8818714" y="4809608"/>
            <a:ext cx="155176" cy="514350"/>
          </a:xfrm>
          <a:custGeom>
            <a:rect b="b" l="l" r="r" t="t"/>
            <a:pathLst>
              <a:path extrusionOk="0" h="685800" w="206901">
                <a:moveTo>
                  <a:pt x="0" y="685800"/>
                </a:moveTo>
                <a:lnTo>
                  <a:pt x="0" y="0"/>
                </a:lnTo>
                <a:cubicBezTo>
                  <a:pt x="47345" y="0"/>
                  <a:pt x="93569" y="4798"/>
                  <a:pt x="138213" y="13933"/>
                </a:cubicBezTo>
                <a:lnTo>
                  <a:pt x="206901" y="35255"/>
                </a:lnTo>
                <a:lnTo>
                  <a:pt x="206901" y="685800"/>
                </a:lnTo>
                <a:close/>
              </a:path>
            </a:pathLst>
          </a:custGeom>
          <a:solidFill>
            <a:srgbClr val="97C3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6056" y="4648522"/>
            <a:ext cx="1266190" cy="349458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6"/>
          <p:cNvSpPr txBox="1"/>
          <p:nvPr/>
        </p:nvSpPr>
        <p:spPr>
          <a:xfrm>
            <a:off x="311744" y="4800600"/>
            <a:ext cx="24672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© 20</a:t>
            </a:r>
            <a:r>
              <a:rPr b="1" lang="en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r>
              <a:rPr b="1" i="0" lang="en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 Miracle Software Systems, Inc. | #</a:t>
            </a:r>
            <a:fld id="{00000000-1234-1234-1234-123412341234}" type="slidenum">
              <a:rPr b="1" i="0" lang="en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ontent Slide">
  <p:cSld name="2_Content Slide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oogle Shape;199;p7"/>
          <p:cNvGrpSpPr/>
          <p:nvPr/>
        </p:nvGrpSpPr>
        <p:grpSpPr>
          <a:xfrm>
            <a:off x="73" y="203402"/>
            <a:ext cx="286229" cy="581388"/>
            <a:chOff x="2151529" y="1089212"/>
            <a:chExt cx="228398" cy="463923"/>
          </a:xfrm>
        </p:grpSpPr>
        <p:sp>
          <p:nvSpPr>
            <p:cNvPr id="200" name="Google Shape;200;p7"/>
            <p:cNvSpPr/>
            <p:nvPr/>
          </p:nvSpPr>
          <p:spPr>
            <a:xfrm>
              <a:off x="2151529" y="1089212"/>
              <a:ext cx="228398" cy="309282"/>
            </a:xfrm>
            <a:custGeom>
              <a:rect b="b" l="l" r="r" t="t"/>
              <a:pathLst>
                <a:path extrusionOk="0" h="309282" w="289112">
                  <a:moveTo>
                    <a:pt x="0" y="0"/>
                  </a:moveTo>
                  <a:lnTo>
                    <a:pt x="0" y="309282"/>
                  </a:lnTo>
                  <a:lnTo>
                    <a:pt x="289112" y="1613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7"/>
            <p:cNvSpPr/>
            <p:nvPr/>
          </p:nvSpPr>
          <p:spPr>
            <a:xfrm>
              <a:off x="2151529" y="1243853"/>
              <a:ext cx="127747" cy="309282"/>
            </a:xfrm>
            <a:custGeom>
              <a:rect b="b" l="l" r="r" t="t"/>
              <a:pathLst>
                <a:path extrusionOk="0" h="309282" w="127747">
                  <a:moveTo>
                    <a:pt x="0" y="0"/>
                  </a:moveTo>
                  <a:lnTo>
                    <a:pt x="0" y="309282"/>
                  </a:lnTo>
                  <a:lnTo>
                    <a:pt x="127747" y="181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02" name="Google Shape;202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89973" y="4667572"/>
            <a:ext cx="1266190" cy="349458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7"/>
          <p:cNvSpPr txBox="1"/>
          <p:nvPr/>
        </p:nvSpPr>
        <p:spPr>
          <a:xfrm>
            <a:off x="311744" y="4800600"/>
            <a:ext cx="24672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© 202</a:t>
            </a:r>
            <a:r>
              <a:rPr b="1" lang="en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1" i="0" lang="en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 Miracle Software Systems, Inc. | #</a:t>
            </a:r>
            <a:fld id="{00000000-1234-1234-1234-123412341234}" type="slidenum">
              <a:rPr b="1" i="0" lang="en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 txBox="1"/>
          <p:nvPr>
            <p:ph idx="1" type="body"/>
          </p:nvPr>
        </p:nvSpPr>
        <p:spPr>
          <a:xfrm>
            <a:off x="437630" y="125222"/>
            <a:ext cx="8307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5" name="Google Shape;205;p7"/>
          <p:cNvSpPr txBox="1"/>
          <p:nvPr>
            <p:ph idx="2" type="body"/>
          </p:nvPr>
        </p:nvSpPr>
        <p:spPr>
          <a:xfrm>
            <a:off x="276225" y="951768"/>
            <a:ext cx="8469000" cy="3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 Slide">
  <p:cSld name="Comparison Slide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"/>
          <p:cNvSpPr txBox="1"/>
          <p:nvPr>
            <p:ph idx="1" type="body"/>
          </p:nvPr>
        </p:nvSpPr>
        <p:spPr>
          <a:xfrm>
            <a:off x="437630" y="125222"/>
            <a:ext cx="8307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8" name="Google Shape;208;p8"/>
          <p:cNvSpPr txBox="1"/>
          <p:nvPr>
            <p:ph idx="2" type="body"/>
          </p:nvPr>
        </p:nvSpPr>
        <p:spPr>
          <a:xfrm>
            <a:off x="434486" y="1546109"/>
            <a:ext cx="3993000" cy="29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9" name="Google Shape;209;p8"/>
          <p:cNvSpPr txBox="1"/>
          <p:nvPr>
            <p:ph idx="3" type="body"/>
          </p:nvPr>
        </p:nvSpPr>
        <p:spPr>
          <a:xfrm>
            <a:off x="4741335" y="1546109"/>
            <a:ext cx="3993000" cy="29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0" name="Google Shape;210;p8"/>
          <p:cNvSpPr/>
          <p:nvPr/>
        </p:nvSpPr>
        <p:spPr>
          <a:xfrm>
            <a:off x="434487" y="971756"/>
            <a:ext cx="3548700" cy="405300"/>
          </a:xfrm>
          <a:prstGeom prst="rect">
            <a:avLst/>
          </a:prstGeom>
          <a:solidFill>
            <a:srgbClr val="E1E0E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3983286" y="974085"/>
            <a:ext cx="237554" cy="401384"/>
          </a:xfrm>
          <a:custGeom>
            <a:rect b="b" l="l" r="r" t="t"/>
            <a:pathLst>
              <a:path extrusionOk="0" h="622300" w="368300">
                <a:moveTo>
                  <a:pt x="0" y="0"/>
                </a:moveTo>
                <a:lnTo>
                  <a:pt x="368300" y="101600"/>
                </a:lnTo>
                <a:lnTo>
                  <a:pt x="0" y="622300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800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3983288" y="1129133"/>
            <a:ext cx="290060" cy="246551"/>
          </a:xfrm>
          <a:custGeom>
            <a:rect b="b" l="l" r="r" t="t"/>
            <a:pathLst>
              <a:path extrusionOk="0" h="382249" w="449705">
                <a:moveTo>
                  <a:pt x="0" y="382249"/>
                </a:moveTo>
                <a:lnTo>
                  <a:pt x="262328" y="0"/>
                </a:lnTo>
                <a:lnTo>
                  <a:pt x="449705" y="179882"/>
                </a:lnTo>
                <a:lnTo>
                  <a:pt x="0" y="382249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4741335" y="971756"/>
            <a:ext cx="3548700" cy="405300"/>
          </a:xfrm>
          <a:prstGeom prst="rect">
            <a:avLst/>
          </a:prstGeom>
          <a:solidFill>
            <a:srgbClr val="E1E0E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8290136" y="974085"/>
            <a:ext cx="237554" cy="401384"/>
          </a:xfrm>
          <a:custGeom>
            <a:rect b="b" l="l" r="r" t="t"/>
            <a:pathLst>
              <a:path extrusionOk="0" h="622300" w="368300">
                <a:moveTo>
                  <a:pt x="0" y="0"/>
                </a:moveTo>
                <a:lnTo>
                  <a:pt x="368300" y="101600"/>
                </a:lnTo>
                <a:lnTo>
                  <a:pt x="0" y="622300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800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8290135" y="1129133"/>
            <a:ext cx="290060" cy="246551"/>
          </a:xfrm>
          <a:custGeom>
            <a:rect b="b" l="l" r="r" t="t"/>
            <a:pathLst>
              <a:path extrusionOk="0" h="382249" w="449705">
                <a:moveTo>
                  <a:pt x="0" y="382249"/>
                </a:moveTo>
                <a:lnTo>
                  <a:pt x="262328" y="0"/>
                </a:lnTo>
                <a:lnTo>
                  <a:pt x="449705" y="179882"/>
                </a:lnTo>
                <a:lnTo>
                  <a:pt x="0" y="382249"/>
                </a:lnTo>
                <a:close/>
              </a:path>
            </a:pathLst>
          </a:custGeom>
          <a:solidFill>
            <a:srgbClr val="EF404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 txBox="1"/>
          <p:nvPr>
            <p:ph idx="4" type="body"/>
          </p:nvPr>
        </p:nvSpPr>
        <p:spPr>
          <a:xfrm>
            <a:off x="495208" y="1021976"/>
            <a:ext cx="33339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7" name="Google Shape;217;p8"/>
          <p:cNvSpPr txBox="1"/>
          <p:nvPr>
            <p:ph idx="5" type="body"/>
          </p:nvPr>
        </p:nvSpPr>
        <p:spPr>
          <a:xfrm>
            <a:off x="4814085" y="1021976"/>
            <a:ext cx="33339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218" name="Google Shape;218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89973" y="4667572"/>
            <a:ext cx="1266190" cy="349458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8"/>
          <p:cNvSpPr txBox="1"/>
          <p:nvPr/>
        </p:nvSpPr>
        <p:spPr>
          <a:xfrm>
            <a:off x="311744" y="4800600"/>
            <a:ext cx="24672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© 202</a:t>
            </a:r>
            <a:r>
              <a:rPr b="1" lang="en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1" i="0" lang="en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 Miracle Software Systems, Inc. | #</a:t>
            </a:r>
            <a:fld id="{00000000-1234-1234-1234-123412341234}" type="slidenum">
              <a:rPr b="1" i="0" lang="en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0" name="Google Shape;220;p8"/>
          <p:cNvGrpSpPr/>
          <p:nvPr/>
        </p:nvGrpSpPr>
        <p:grpSpPr>
          <a:xfrm>
            <a:off x="73" y="203402"/>
            <a:ext cx="286229" cy="581388"/>
            <a:chOff x="2151529" y="1089212"/>
            <a:chExt cx="228398" cy="463923"/>
          </a:xfrm>
        </p:grpSpPr>
        <p:sp>
          <p:nvSpPr>
            <p:cNvPr id="221" name="Google Shape;221;p8"/>
            <p:cNvSpPr/>
            <p:nvPr/>
          </p:nvSpPr>
          <p:spPr>
            <a:xfrm>
              <a:off x="2151529" y="1089212"/>
              <a:ext cx="228398" cy="309282"/>
            </a:xfrm>
            <a:custGeom>
              <a:rect b="b" l="l" r="r" t="t"/>
              <a:pathLst>
                <a:path extrusionOk="0" h="309282" w="289112">
                  <a:moveTo>
                    <a:pt x="0" y="0"/>
                  </a:moveTo>
                  <a:lnTo>
                    <a:pt x="0" y="309282"/>
                  </a:lnTo>
                  <a:lnTo>
                    <a:pt x="289112" y="1613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8"/>
            <p:cNvSpPr/>
            <p:nvPr/>
          </p:nvSpPr>
          <p:spPr>
            <a:xfrm>
              <a:off x="2151529" y="1243853"/>
              <a:ext cx="127747" cy="309282"/>
            </a:xfrm>
            <a:custGeom>
              <a:rect b="b" l="l" r="r" t="t"/>
              <a:pathLst>
                <a:path extrusionOk="0" h="309282" w="127747">
                  <a:moveTo>
                    <a:pt x="0" y="0"/>
                  </a:moveTo>
                  <a:lnTo>
                    <a:pt x="0" y="309282"/>
                  </a:lnTo>
                  <a:lnTo>
                    <a:pt x="127747" y="181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25" name="Google Shape;225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6" name="Google Shape;22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A8A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A8A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A8A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A8A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A8A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A8A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A8A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A8A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A8A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A8A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A8A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"/>
          <p:cNvSpPr txBox="1"/>
          <p:nvPr>
            <p:ph idx="1" type="body"/>
          </p:nvPr>
        </p:nvSpPr>
        <p:spPr>
          <a:xfrm>
            <a:off x="414135" y="989347"/>
            <a:ext cx="6007500" cy="11685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Sales Forecasting Dashboard</a:t>
            </a:r>
            <a:endParaRPr/>
          </a:p>
        </p:txBody>
      </p:sp>
      <p:sp>
        <p:nvSpPr>
          <p:cNvPr id="232" name="Google Shape;232;p10"/>
          <p:cNvSpPr txBox="1"/>
          <p:nvPr>
            <p:ph idx="2" type="body"/>
          </p:nvPr>
        </p:nvSpPr>
        <p:spPr>
          <a:xfrm>
            <a:off x="414135" y="2541815"/>
            <a:ext cx="6007500" cy="659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Leveraging Machine Learning for Accurate Business Insights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"/>
          <p:cNvSpPr txBox="1"/>
          <p:nvPr>
            <p:ph idx="1" type="body"/>
          </p:nvPr>
        </p:nvSpPr>
        <p:spPr>
          <a:xfrm>
            <a:off x="437630" y="125222"/>
            <a:ext cx="8307300" cy="646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94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Business Challenge</a:t>
            </a:r>
            <a:endParaRPr/>
          </a:p>
        </p:txBody>
      </p:sp>
      <p:grpSp>
        <p:nvGrpSpPr>
          <p:cNvPr id="238" name="Google Shape;238;p11"/>
          <p:cNvGrpSpPr/>
          <p:nvPr/>
        </p:nvGrpSpPr>
        <p:grpSpPr>
          <a:xfrm>
            <a:off x="765658" y="3170991"/>
            <a:ext cx="7651231" cy="826383"/>
            <a:chOff x="1593000" y="2322568"/>
            <a:chExt cx="5957975" cy="643500"/>
          </a:xfrm>
        </p:grpSpPr>
        <p:sp>
          <p:nvSpPr>
            <p:cNvPr id="239" name="Google Shape;239;p11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117400" lIns="117400" spcFirstLastPara="1" rIns="117400" wrap="square" tIns="11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1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117400" lIns="117400" spcFirstLastPara="1" rIns="117400" wrap="square" tIns="11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1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117400" lIns="117400" spcFirstLastPara="1" rIns="117400" wrap="square" tIns="11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1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7400" lIns="117400" spcFirstLastPara="1" rIns="117400" wrap="square" tIns="1174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84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The Objective</a:t>
              </a:r>
              <a:endParaRPr sz="128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3" name="Google Shape;243;p11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771E86"/>
            </a:solidFill>
            <a:ln>
              <a:noFill/>
            </a:ln>
            <a:effectLst>
              <a:outerShdw blurRad="91740" rotWithShape="0" algn="bl" dir="2700000" dist="36696">
                <a:srgbClr val="000000">
                  <a:alpha val="17000"/>
                </a:srgbClr>
              </a:outerShdw>
            </a:effectLst>
          </p:spPr>
          <p:txBody>
            <a:bodyPr anchorCtr="0" anchor="ctr" bIns="117400" lIns="117400" spcFirstLastPara="1" rIns="117400" wrap="square" tIns="11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1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802090"/>
            </a:solidFill>
            <a:ln>
              <a:noFill/>
            </a:ln>
          </p:spPr>
          <p:txBody>
            <a:bodyPr anchorCtr="0" anchor="ctr" bIns="117400" lIns="117400" spcFirstLastPara="1" rIns="117400" wrap="square" tIns="117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338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03</a:t>
              </a:r>
              <a:endParaRPr sz="3338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245" name="Google Shape;245;p11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7400" lIns="117400" spcFirstLastPara="1" rIns="117400" wrap="square" tIns="117400">
              <a:noAutofit/>
            </a:bodyPr>
            <a:lstStyle/>
            <a:p>
              <a:pPr indent="-358806" lvl="0" marL="587137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01C7F"/>
                </a:buClr>
                <a:buSzPts val="1027"/>
                <a:buFont typeface="Roboto"/>
                <a:buChar char="●"/>
              </a:pPr>
              <a:r>
                <a:rPr lang="en" sz="1027">
                  <a:solidFill>
                    <a:srgbClr val="701C7F"/>
                  </a:solidFill>
                  <a:latin typeface="Roboto"/>
                  <a:ea typeface="Roboto"/>
                  <a:cs typeface="Roboto"/>
                  <a:sym typeface="Roboto"/>
                </a:rPr>
                <a:t>Implement a robust system that analyzes historical trends and patterns to accurately forecast future sales performance</a:t>
              </a:r>
              <a:endParaRPr sz="1027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6" name="Google Shape;246;p11"/>
          <p:cNvGrpSpPr/>
          <p:nvPr/>
        </p:nvGrpSpPr>
        <p:grpSpPr>
          <a:xfrm>
            <a:off x="765658" y="2329688"/>
            <a:ext cx="7651231" cy="826383"/>
            <a:chOff x="1593000" y="2322568"/>
            <a:chExt cx="5957975" cy="643500"/>
          </a:xfrm>
        </p:grpSpPr>
        <p:sp>
          <p:nvSpPr>
            <p:cNvPr id="247" name="Google Shape;247;p11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117400" lIns="117400" spcFirstLastPara="1" rIns="117400" wrap="square" tIns="11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1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117400" lIns="117400" spcFirstLastPara="1" rIns="117400" wrap="square" tIns="11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1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117400" lIns="117400" spcFirstLastPara="1" rIns="117400" wrap="square" tIns="11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1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7400" lIns="117400" spcFirstLastPara="1" rIns="117400" wrap="square" tIns="1174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84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The Goal</a:t>
              </a:r>
              <a:endParaRPr sz="128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1" name="Google Shape;251;p11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771E86"/>
            </a:solidFill>
            <a:ln>
              <a:noFill/>
            </a:ln>
            <a:effectLst>
              <a:outerShdw blurRad="91740" rotWithShape="0" algn="bl" dir="2700000" dist="36696">
                <a:srgbClr val="000000">
                  <a:alpha val="17000"/>
                </a:srgbClr>
              </a:outerShdw>
            </a:effectLst>
          </p:spPr>
          <p:txBody>
            <a:bodyPr anchorCtr="0" anchor="ctr" bIns="117400" lIns="117400" spcFirstLastPara="1" rIns="117400" wrap="square" tIns="11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1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802090"/>
            </a:solidFill>
            <a:ln>
              <a:noFill/>
            </a:ln>
          </p:spPr>
          <p:txBody>
            <a:bodyPr anchorCtr="0" anchor="ctr" bIns="117400" lIns="117400" spcFirstLastPara="1" rIns="117400" wrap="square" tIns="117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338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02</a:t>
              </a:r>
              <a:endParaRPr sz="3338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253" name="Google Shape;253;p11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7400" lIns="117400" spcFirstLastPara="1" rIns="117400" wrap="square" tIns="117400">
              <a:noAutofit/>
            </a:bodyPr>
            <a:lstStyle/>
            <a:p>
              <a:pPr indent="-358806" lvl="0" marL="587137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01C7F"/>
                </a:buClr>
                <a:buSzPts val="1027"/>
                <a:buFont typeface="Roboto"/>
                <a:buChar char="●"/>
              </a:pPr>
              <a:r>
                <a:rPr lang="en" sz="1027">
                  <a:solidFill>
                    <a:srgbClr val="701C7F"/>
                  </a:solidFill>
                  <a:latin typeface="Roboto"/>
                  <a:ea typeface="Roboto"/>
                  <a:cs typeface="Roboto"/>
                  <a:sym typeface="Roboto"/>
                </a:rPr>
                <a:t>To enable proactive, data-driven decision-making through high-precision sales forecasts that businesses can trust.</a:t>
              </a:r>
              <a:endParaRPr sz="1027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4" name="Google Shape;254;p11"/>
          <p:cNvGrpSpPr/>
          <p:nvPr/>
        </p:nvGrpSpPr>
        <p:grpSpPr>
          <a:xfrm>
            <a:off x="765658" y="1488374"/>
            <a:ext cx="7651231" cy="826383"/>
            <a:chOff x="1593000" y="2322568"/>
            <a:chExt cx="5957975" cy="643500"/>
          </a:xfrm>
        </p:grpSpPr>
        <p:sp>
          <p:nvSpPr>
            <p:cNvPr id="255" name="Google Shape;255;p11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117400" lIns="117400" spcFirstLastPara="1" rIns="117400" wrap="square" tIns="11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1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117400" lIns="117400" spcFirstLastPara="1" rIns="117400" wrap="square" tIns="11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1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117400" lIns="117400" spcFirstLastPara="1" rIns="117400" wrap="square" tIns="11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1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7400" lIns="117400" spcFirstLastPara="1" rIns="117400" wrap="square" tIns="1174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84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The Problem</a:t>
              </a:r>
              <a:endParaRPr sz="1284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259" name="Google Shape;259;p11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771E86"/>
            </a:solidFill>
            <a:ln>
              <a:noFill/>
            </a:ln>
            <a:effectLst>
              <a:outerShdw blurRad="91740" rotWithShape="0" algn="bl" dir="2700000" dist="36696">
                <a:srgbClr val="000000">
                  <a:alpha val="17000"/>
                </a:srgbClr>
              </a:outerShdw>
            </a:effectLst>
          </p:spPr>
          <p:txBody>
            <a:bodyPr anchorCtr="0" anchor="ctr" bIns="117400" lIns="117400" spcFirstLastPara="1" rIns="117400" wrap="square" tIns="11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1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802090"/>
            </a:solidFill>
            <a:ln>
              <a:noFill/>
            </a:ln>
          </p:spPr>
          <p:txBody>
            <a:bodyPr anchorCtr="0" anchor="ctr" bIns="117400" lIns="117400" spcFirstLastPara="1" rIns="117400" wrap="square" tIns="117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338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01</a:t>
              </a:r>
              <a:endParaRPr sz="3338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261" name="Google Shape;261;p11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7400" lIns="117400" spcFirstLastPara="1" rIns="117400" wrap="square" tIns="117400">
              <a:noAutofit/>
            </a:bodyPr>
            <a:lstStyle/>
            <a:p>
              <a:pPr indent="-358806" lvl="0" marL="587137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01C7F"/>
                </a:buClr>
                <a:buSzPts val="1027"/>
                <a:buFont typeface="Roboto"/>
                <a:buChar char="●"/>
              </a:pPr>
              <a:r>
                <a:rPr lang="en" sz="1027">
                  <a:solidFill>
                    <a:srgbClr val="701C7F"/>
                  </a:solidFill>
                  <a:latin typeface="Roboto"/>
                  <a:ea typeface="Roboto"/>
                  <a:cs typeface="Roboto"/>
                  <a:sym typeface="Roboto"/>
                </a:rPr>
                <a:t>Businesses often struggle with unpredictable sales fluctuations, which leads to inventory imbalances, inefficient resource allocation, and missed revenue opportunities.</a:t>
              </a:r>
              <a:endParaRPr sz="1027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"/>
          <p:cNvSpPr txBox="1"/>
          <p:nvPr>
            <p:ph idx="1" type="body"/>
          </p:nvPr>
        </p:nvSpPr>
        <p:spPr>
          <a:xfrm>
            <a:off x="437630" y="125222"/>
            <a:ext cx="8307300" cy="646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System Architecture Overview</a:t>
            </a:r>
            <a:endParaRPr/>
          </a:p>
        </p:txBody>
      </p:sp>
      <p:sp>
        <p:nvSpPr>
          <p:cNvPr id="267" name="Google Shape;267;p12"/>
          <p:cNvSpPr txBox="1"/>
          <p:nvPr>
            <p:ph idx="2" type="body"/>
          </p:nvPr>
        </p:nvSpPr>
        <p:spPr>
          <a:xfrm>
            <a:off x="276225" y="951775"/>
            <a:ext cx="4295700" cy="3308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Backend Engine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Automated processing and cleaning of raw sales data.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Advanced feature engineering to capture temporal patterns.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High-performance XGBoost regressor for model training.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Frontend Interface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Interactive web dashboard built with the Streamlit framework.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Dynamic controls for real-time adjustment of model parameters.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Integrated Matplotlib for clear trend and prediction analysis.</a:t>
            </a:r>
            <a:endParaRPr/>
          </a:p>
        </p:txBody>
      </p:sp>
      <p:pic>
        <p:nvPicPr>
          <p:cNvPr id="268" name="Google Shape;26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3950" y="812746"/>
            <a:ext cx="4267273" cy="331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3"/>
          <p:cNvSpPr txBox="1"/>
          <p:nvPr>
            <p:ph idx="1" type="body"/>
          </p:nvPr>
        </p:nvSpPr>
        <p:spPr>
          <a:xfrm>
            <a:off x="437630" y="125222"/>
            <a:ext cx="8307300" cy="646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The Data Pipeline: From Raw Data to Clean Input</a:t>
            </a:r>
            <a:endParaRPr/>
          </a:p>
        </p:txBody>
      </p:sp>
      <p:grpSp>
        <p:nvGrpSpPr>
          <p:cNvPr id="274" name="Google Shape;274;p13"/>
          <p:cNvGrpSpPr/>
          <p:nvPr/>
        </p:nvGrpSpPr>
        <p:grpSpPr>
          <a:xfrm>
            <a:off x="5632317" y="1189775"/>
            <a:ext cx="3305700" cy="3483050"/>
            <a:chOff x="5632317" y="1189775"/>
            <a:chExt cx="3305700" cy="3483050"/>
          </a:xfrm>
        </p:grpSpPr>
        <p:sp>
          <p:nvSpPr>
            <p:cNvPr id="275" name="Google Shape;275;p13"/>
            <p:cNvSpPr/>
            <p:nvPr/>
          </p:nvSpPr>
          <p:spPr>
            <a:xfrm>
              <a:off x="5632317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rgbClr val="93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03. Integrity &amp; Cleaning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6" name="Google Shape;276;p13"/>
            <p:cNvSpPr txBox="1"/>
            <p:nvPr/>
          </p:nvSpPr>
          <p:spPr>
            <a:xfrm>
              <a:off x="6167063" y="2057125"/>
              <a:ext cx="2236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Handling missing values and removing incomplete records to prevent noise, ensuring the model trains on high-quality, reliable data.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77" name="Google Shape;277;p13"/>
          <p:cNvGrpSpPr/>
          <p:nvPr/>
        </p:nvGrpSpPr>
        <p:grpSpPr>
          <a:xfrm>
            <a:off x="0" y="1189989"/>
            <a:ext cx="3546900" cy="3482836"/>
            <a:chOff x="0" y="1189989"/>
            <a:chExt cx="3546900" cy="3482836"/>
          </a:xfrm>
        </p:grpSpPr>
        <p:sp>
          <p:nvSpPr>
            <p:cNvPr id="278" name="Google Shape;278;p13"/>
            <p:cNvSpPr/>
            <p:nvPr/>
          </p:nvSpPr>
          <p:spPr>
            <a:xfrm>
              <a:off x="0" y="1189989"/>
              <a:ext cx="3546900" cy="669000"/>
            </a:xfrm>
            <a:prstGeom prst="homePlate">
              <a:avLst>
                <a:gd fmla="val 50000" name="adj"/>
              </a:avLst>
            </a:prstGeom>
            <a:solidFill>
              <a:srgbClr val="5615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01.Data Ingestion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9" name="Google Shape;279;p13"/>
            <p:cNvSpPr txBox="1"/>
            <p:nvPr/>
          </p:nvSpPr>
          <p:spPr>
            <a:xfrm>
              <a:off x="655361" y="2057125"/>
              <a:ext cx="2236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Automated loading of CSV files with specialized date-time parsing for the 'Order Date' field, ensuring temporal consistency across the dataset.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80" name="Google Shape;280;p13"/>
          <p:cNvGrpSpPr/>
          <p:nvPr/>
        </p:nvGrpSpPr>
        <p:grpSpPr>
          <a:xfrm>
            <a:off x="2944204" y="1189775"/>
            <a:ext cx="3305700" cy="3483050"/>
            <a:chOff x="2944204" y="1189775"/>
            <a:chExt cx="3305700" cy="3483050"/>
          </a:xfrm>
        </p:grpSpPr>
        <p:sp>
          <p:nvSpPr>
            <p:cNvPr id="281" name="Google Shape;281;p13"/>
            <p:cNvSpPr/>
            <p:nvPr/>
          </p:nvSpPr>
          <p:spPr>
            <a:xfrm>
              <a:off x="2944204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rgbClr val="771E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02. Sales Aggregation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82" name="Google Shape;282;p13"/>
            <p:cNvSpPr txBox="1"/>
            <p:nvPr/>
          </p:nvSpPr>
          <p:spPr>
            <a:xfrm>
              <a:off x="3478949" y="2057125"/>
              <a:ext cx="2236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Grouping raw transactional data by date to calculate total daily sales, transforming granular records into a structured time-series format.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4"/>
          <p:cNvSpPr txBox="1"/>
          <p:nvPr>
            <p:ph idx="1" type="body"/>
          </p:nvPr>
        </p:nvSpPr>
        <p:spPr>
          <a:xfrm>
            <a:off x="437630" y="125222"/>
            <a:ext cx="8307300" cy="646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The Heart of the System: Machine Learning</a:t>
            </a:r>
            <a:endParaRPr/>
          </a:p>
        </p:txBody>
      </p:sp>
      <p:sp>
        <p:nvSpPr>
          <p:cNvPr id="288" name="Google Shape;288;p14"/>
          <p:cNvSpPr txBox="1"/>
          <p:nvPr/>
        </p:nvSpPr>
        <p:spPr>
          <a:xfrm>
            <a:off x="577125" y="1113750"/>
            <a:ext cx="3994800" cy="3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Algorithm: XGBoost Regressor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Utilizes Extreme Gradient Boosting for its superior handling of non-linear relationships and efficiency with tabular data.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Training Strategy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Implements an 80/20 temporal split, training on historical data and validating on subsequent 'future' data to simulate real-world performance.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Hyperparameter Tuning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/>
              <a:t>Parameters are balanced (Learning Rate: 0.1, Max Depth: 5) to optimize for generalization and reduce forecasting error.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Google Shape;28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0400" y="1596059"/>
            <a:ext cx="4267274" cy="2599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5"/>
          <p:cNvSpPr txBox="1"/>
          <p:nvPr>
            <p:ph idx="1" type="body"/>
          </p:nvPr>
        </p:nvSpPr>
        <p:spPr>
          <a:xfrm>
            <a:off x="437630" y="125222"/>
            <a:ext cx="8307300" cy="646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Interactive Dashboard: Putting Power in Your Hands</a:t>
            </a:r>
            <a:endParaRPr/>
          </a:p>
        </p:txBody>
      </p:sp>
      <p:pic>
        <p:nvPicPr>
          <p:cNvPr id="295" name="Google Shape;295;p15" title="sales-trend-over-tim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9075" y="1587690"/>
            <a:ext cx="4001264" cy="1968122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5"/>
          <p:cNvSpPr txBox="1"/>
          <p:nvPr/>
        </p:nvSpPr>
        <p:spPr>
          <a:xfrm>
            <a:off x="648000" y="1073250"/>
            <a:ext cx="3924000" cy="33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Key Features</a:t>
            </a:r>
            <a:endParaRPr b="1" sz="1500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 clean, intuitive web dashboard designed for non-technical users.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Simple drag-and-drop functionality for uploading CSV sales records.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Dynamic controls allow for real-time parameter tuning and re-analysis.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Visualizations of historical trends and model predictions are generated instantly.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6"/>
          <p:cNvSpPr txBox="1"/>
          <p:nvPr>
            <p:ph idx="1" type="body"/>
          </p:nvPr>
        </p:nvSpPr>
        <p:spPr>
          <a:xfrm>
            <a:off x="437630" y="125222"/>
            <a:ext cx="8307300" cy="646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Performance Analysis: Actual vs. Predicted</a:t>
            </a:r>
            <a:endParaRPr/>
          </a:p>
        </p:txBody>
      </p:sp>
      <p:sp>
        <p:nvSpPr>
          <p:cNvPr id="302" name="Google Shape;302;p16"/>
          <p:cNvSpPr txBox="1"/>
          <p:nvPr>
            <p:ph idx="2" type="body"/>
          </p:nvPr>
        </p:nvSpPr>
        <p:spPr>
          <a:xfrm>
            <a:off x="276225" y="951773"/>
            <a:ext cx="8469000" cy="516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62500"/>
          </a:bodyPr>
          <a:lstStyle/>
          <a:p>
            <a:pPr indent="-284162" lvl="0" marL="457200" rtl="0" algn="l">
              <a:spcBef>
                <a:spcPts val="800"/>
              </a:spcBef>
              <a:spcAft>
                <a:spcPts val="0"/>
              </a:spcAft>
              <a:buSzPct val="66666"/>
              <a:buFont typeface="Calibri"/>
              <a:buChar char="➔"/>
            </a:pPr>
            <a:r>
              <a:rPr lang="en"/>
              <a:t>The model's success is determined by its ability to accurately track real-world sales. A direct visual comparison of actual sales versus the model's predictions on test data allows for clear validation of its forecasting reliability.</a:t>
            </a:r>
            <a:endParaRPr/>
          </a:p>
        </p:txBody>
      </p:sp>
      <p:pic>
        <p:nvPicPr>
          <p:cNvPr id="303" name="Google Shape;303;p16" title="sales-forecast-using-xgboos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1650" y="1377473"/>
            <a:ext cx="6852608" cy="33706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7"/>
          <p:cNvSpPr txBox="1"/>
          <p:nvPr>
            <p:ph idx="1" type="body"/>
          </p:nvPr>
        </p:nvSpPr>
        <p:spPr>
          <a:xfrm>
            <a:off x="437630" y="125222"/>
            <a:ext cx="8307300" cy="646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Measuring Success: Accuracy &amp; Optimization</a:t>
            </a:r>
            <a:endParaRPr/>
          </a:p>
        </p:txBody>
      </p:sp>
      <p:sp>
        <p:nvSpPr>
          <p:cNvPr id="309" name="Google Shape;309;p17"/>
          <p:cNvSpPr txBox="1"/>
          <p:nvPr>
            <p:ph idx="2" type="body"/>
          </p:nvPr>
        </p:nvSpPr>
        <p:spPr>
          <a:xfrm>
            <a:off x="276225" y="951775"/>
            <a:ext cx="4295700" cy="3483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Root Mean Square Error (RMSE)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model's precision is quantified using RMSE, a standard metric for regression performance. It represents the average deviation between predicted and actual sales values, offering a clear view of forecasting reliability. By monitoring RMSE changes across different configurations, the system identifies the optimal parameters for maximum accuracy.</a:t>
            </a:r>
            <a:endParaRPr/>
          </a:p>
        </p:txBody>
      </p:sp>
      <p:pic>
        <p:nvPicPr>
          <p:cNvPr id="310" name="Google Shape;310;p17"/>
          <p:cNvPicPr preferRelativeResize="0"/>
          <p:nvPr/>
        </p:nvPicPr>
        <p:blipFill rotWithShape="1">
          <a:blip r:embed="rId3">
            <a:alphaModFix/>
          </a:blip>
          <a:srcRect b="0" l="3175" r="0" t="0"/>
          <a:stretch/>
        </p:blipFill>
        <p:spPr>
          <a:xfrm>
            <a:off x="4981500" y="951775"/>
            <a:ext cx="3836850" cy="31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8"/>
          <p:cNvSpPr txBox="1"/>
          <p:nvPr>
            <p:ph idx="1" type="body"/>
          </p:nvPr>
        </p:nvSpPr>
        <p:spPr>
          <a:xfrm>
            <a:off x="437630" y="125222"/>
            <a:ext cx="8307300" cy="646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Conclusion: Transforming Data into Decisions</a:t>
            </a:r>
            <a:endParaRPr/>
          </a:p>
        </p:txBody>
      </p:sp>
      <p:grpSp>
        <p:nvGrpSpPr>
          <p:cNvPr id="316" name="Google Shape;316;p18"/>
          <p:cNvGrpSpPr/>
          <p:nvPr/>
        </p:nvGrpSpPr>
        <p:grpSpPr>
          <a:xfrm>
            <a:off x="765658" y="3170991"/>
            <a:ext cx="7651231" cy="826383"/>
            <a:chOff x="1593000" y="2322568"/>
            <a:chExt cx="5957975" cy="643500"/>
          </a:xfrm>
        </p:grpSpPr>
        <p:sp>
          <p:nvSpPr>
            <p:cNvPr id="317" name="Google Shape;317;p18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117400" lIns="117400" spcFirstLastPara="1" rIns="117400" wrap="square" tIns="11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8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117400" lIns="117400" spcFirstLastPara="1" rIns="117400" wrap="square" tIns="11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8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117400" lIns="117400" spcFirstLastPara="1" rIns="117400" wrap="square" tIns="11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8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7400" lIns="117400" spcFirstLastPara="1" rIns="117400" wrap="square" tIns="1174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84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Value</a:t>
              </a:r>
              <a:endParaRPr sz="128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1" name="Google Shape;321;p18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771E86"/>
            </a:solidFill>
            <a:ln>
              <a:noFill/>
            </a:ln>
            <a:effectLst>
              <a:outerShdw blurRad="91740" rotWithShape="0" algn="bl" dir="2700000" dist="36696">
                <a:srgbClr val="000000">
                  <a:alpha val="17000"/>
                </a:srgbClr>
              </a:outerShdw>
            </a:effectLst>
          </p:spPr>
          <p:txBody>
            <a:bodyPr anchorCtr="0" anchor="ctr" bIns="117400" lIns="117400" spcFirstLastPara="1" rIns="117400" wrap="square" tIns="11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8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7400" lIns="117400" spcFirstLastPara="1" rIns="117400" wrap="square" tIns="117400">
              <a:noAutofit/>
            </a:bodyPr>
            <a:lstStyle/>
            <a:p>
              <a:pPr indent="-358806" lvl="0" marL="587137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701C7F"/>
                </a:buClr>
                <a:buSzPts val="1027"/>
                <a:buFont typeface="Roboto"/>
                <a:buChar char="●"/>
              </a:pPr>
              <a:r>
                <a:rPr lang="en" sz="1027">
                  <a:solidFill>
                    <a:srgbClr val="701C7F"/>
                  </a:solidFill>
                  <a:latin typeface="Roboto"/>
                  <a:ea typeface="Roboto"/>
                  <a:cs typeface="Roboto"/>
                  <a:sym typeface="Roboto"/>
                </a:rPr>
                <a:t>Reduces uncertainty and empowers businesses to plan with absolute confidence.</a:t>
              </a:r>
              <a:endParaRPr sz="1027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23" name="Google Shape;323;p18"/>
          <p:cNvGrpSpPr/>
          <p:nvPr/>
        </p:nvGrpSpPr>
        <p:grpSpPr>
          <a:xfrm>
            <a:off x="765658" y="2329688"/>
            <a:ext cx="7651231" cy="826383"/>
            <a:chOff x="1593000" y="2322568"/>
            <a:chExt cx="5957975" cy="643500"/>
          </a:xfrm>
        </p:grpSpPr>
        <p:sp>
          <p:nvSpPr>
            <p:cNvPr id="324" name="Google Shape;324;p18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117400" lIns="117400" spcFirstLastPara="1" rIns="117400" wrap="square" tIns="11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18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117400" lIns="117400" spcFirstLastPara="1" rIns="117400" wrap="square" tIns="11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18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117400" lIns="117400" spcFirstLastPara="1" rIns="117400" wrap="square" tIns="11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8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7400" lIns="117400" spcFirstLastPara="1" rIns="117400" wrap="square" tIns="1174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84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Efficiency</a:t>
              </a:r>
              <a:endParaRPr sz="128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8" name="Google Shape;328;p18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771E86"/>
            </a:solidFill>
            <a:ln>
              <a:noFill/>
            </a:ln>
            <a:effectLst>
              <a:outerShdw blurRad="91740" rotWithShape="0" algn="bl" dir="2700000" dist="36696">
                <a:srgbClr val="000000">
                  <a:alpha val="17000"/>
                </a:srgbClr>
              </a:outerShdw>
            </a:effectLst>
          </p:spPr>
          <p:txBody>
            <a:bodyPr anchorCtr="0" anchor="ctr" bIns="117400" lIns="117400" spcFirstLastPara="1" rIns="117400" wrap="square" tIns="11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18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7400" lIns="117400" spcFirstLastPara="1" rIns="117400" wrap="square" tIns="117400">
              <a:noAutofit/>
            </a:bodyPr>
            <a:lstStyle/>
            <a:p>
              <a:pPr indent="-358806" lvl="0" marL="587137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01C7F"/>
                </a:buClr>
                <a:buSzPts val="1027"/>
                <a:buFont typeface="Roboto"/>
                <a:buChar char="●"/>
              </a:pPr>
              <a:r>
                <a:rPr lang="en" sz="1027">
                  <a:solidFill>
                    <a:srgbClr val="701C7F"/>
                  </a:solidFill>
                  <a:latin typeface="Roboto"/>
                  <a:ea typeface="Roboto"/>
                  <a:cs typeface="Roboto"/>
                  <a:sym typeface="Roboto"/>
                </a:rPr>
                <a:t>Automates the complex pipeline from raw data to actionable visual insights.v</a:t>
              </a:r>
              <a:endParaRPr sz="1027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30" name="Google Shape;330;p18"/>
          <p:cNvGrpSpPr/>
          <p:nvPr/>
        </p:nvGrpSpPr>
        <p:grpSpPr>
          <a:xfrm>
            <a:off x="765658" y="1488374"/>
            <a:ext cx="7651231" cy="826383"/>
            <a:chOff x="1593000" y="2322568"/>
            <a:chExt cx="5957975" cy="643500"/>
          </a:xfrm>
        </p:grpSpPr>
        <p:sp>
          <p:nvSpPr>
            <p:cNvPr id="331" name="Google Shape;331;p18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117400" lIns="117400" spcFirstLastPara="1" rIns="117400" wrap="square" tIns="11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18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117400" lIns="117400" spcFirstLastPara="1" rIns="117400" wrap="square" tIns="11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18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117400" lIns="117400" spcFirstLastPara="1" rIns="117400" wrap="square" tIns="11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8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7400" lIns="117400" spcFirstLastPara="1" rIns="117400" wrap="square" tIns="1174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84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Key Takeaway</a:t>
              </a:r>
              <a:endParaRPr sz="1284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335" name="Google Shape;335;p18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771E86"/>
            </a:solidFill>
            <a:ln>
              <a:noFill/>
            </a:ln>
            <a:effectLst>
              <a:outerShdw blurRad="91740" rotWithShape="0" algn="bl" dir="2700000" dist="36696">
                <a:srgbClr val="000000">
                  <a:alpha val="17000"/>
                </a:srgbClr>
              </a:outerShdw>
            </a:effectLst>
          </p:spPr>
          <p:txBody>
            <a:bodyPr anchorCtr="0" anchor="ctr" bIns="117400" lIns="117400" spcFirstLastPara="1" rIns="117400" wrap="square" tIns="11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18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7400" lIns="117400" spcFirstLastPara="1" rIns="117400" wrap="square" tIns="117400">
              <a:noAutofit/>
            </a:bodyPr>
            <a:lstStyle/>
            <a:p>
              <a:pPr indent="-358806" lvl="0" marL="587137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01C7F"/>
                </a:buClr>
                <a:buSzPts val="1027"/>
                <a:buFont typeface="Roboto"/>
                <a:buChar char="●"/>
              </a:pPr>
              <a:r>
                <a:rPr lang="en" sz="1027">
                  <a:solidFill>
                    <a:srgbClr val="701C7F"/>
                  </a:solidFill>
                  <a:latin typeface="Roboto"/>
                  <a:ea typeface="Roboto"/>
                  <a:cs typeface="Roboto"/>
                  <a:sym typeface="Roboto"/>
                </a:rPr>
                <a:t>A powerful, yet accessible tool for data-driven growth and accurate forecasting.</a:t>
              </a:r>
              <a:endParaRPr sz="1027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iracle-2019-standard">
  <a:themeElements>
    <a:clrScheme name="Miracle_Colors">
      <a:dk1>
        <a:srgbClr val="232527"/>
      </a:dk1>
      <a:lt1>
        <a:srgbClr val="FFFFFF"/>
      </a:lt1>
      <a:dk2>
        <a:srgbClr val="00AAE7"/>
      </a:dk2>
      <a:lt2>
        <a:srgbClr val="FFFFFF"/>
      </a:lt2>
      <a:accent1>
        <a:srgbClr val="2468A0"/>
      </a:accent1>
      <a:accent2>
        <a:srgbClr val="00AAE7"/>
      </a:accent2>
      <a:accent3>
        <a:srgbClr val="0D416B"/>
      </a:accent3>
      <a:accent4>
        <a:srgbClr val="8C8C8C"/>
      </a:accent4>
      <a:accent5>
        <a:srgbClr val="232527"/>
      </a:accent5>
      <a:accent6>
        <a:srgbClr val="B7B3B3"/>
      </a:accent6>
      <a:hlink>
        <a:srgbClr val="2468A0"/>
      </a:hlink>
      <a:folHlink>
        <a:srgbClr val="23252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